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5A5E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238393"/>
            <a:ext cx="12192000" cy="6619608"/>
            <a:chOff x="0" y="238393"/>
            <a:chExt cx="12192000" cy="6619608"/>
          </a:xfrm>
        </p:grpSpPr>
        <p:sp>
          <p:nvSpPr>
            <p:cNvPr id="3" name="AutoShape 3"/>
            <p:cNvSpPr/>
            <p:nvPr/>
          </p:nvSpPr>
          <p:spPr>
            <a:xfrm rot="1560000">
              <a:off x="2730684" y="1053149"/>
              <a:ext cx="3134038" cy="1473917"/>
            </a:xfrm>
            <a:custGeom>
              <a:avLst/>
              <a:gdLst/>
              <a:ahLst/>
              <a:cxnLst/>
              <a:rect l="l" t="t" r="r" b="b"/>
              <a:pathLst>
                <a:path w="3532215" h="1661177">
                  <a:moveTo>
                    <a:pt x="3485228" y="1421644"/>
                  </a:moveTo>
                  <a:cubicBezTo>
                    <a:pt x="3410281" y="1564284"/>
                    <a:pt x="3251239" y="1633680"/>
                    <a:pt x="3098505" y="1653237"/>
                  </a:cubicBezTo>
                  <a:cubicBezTo>
                    <a:pt x="3003496" y="1665349"/>
                    <a:pt x="2906973" y="1661249"/>
                    <a:pt x="2811711" y="1654751"/>
                  </a:cubicBezTo>
                  <a:cubicBezTo>
                    <a:pt x="2714747" y="1648063"/>
                    <a:pt x="2618476" y="1637339"/>
                    <a:pt x="2522331" y="1624784"/>
                  </a:cubicBezTo>
                  <a:cubicBezTo>
                    <a:pt x="2329979" y="1600054"/>
                    <a:pt x="2138195" y="1568006"/>
                    <a:pt x="1945148" y="1549395"/>
                  </a:cubicBezTo>
                  <a:cubicBezTo>
                    <a:pt x="1754122" y="1531132"/>
                    <a:pt x="1561832" y="1529996"/>
                    <a:pt x="1370552" y="1545989"/>
                  </a:cubicBezTo>
                  <a:cubicBezTo>
                    <a:pt x="1182868" y="1561067"/>
                    <a:pt x="995815" y="1584976"/>
                    <a:pt x="807311" y="1587563"/>
                  </a:cubicBezTo>
                  <a:cubicBezTo>
                    <a:pt x="628081" y="1590150"/>
                    <a:pt x="438883" y="1575261"/>
                    <a:pt x="271072" y="1507190"/>
                  </a:cubicBezTo>
                  <a:cubicBezTo>
                    <a:pt x="197828" y="1477224"/>
                    <a:pt x="129568" y="1434577"/>
                    <a:pt x="80865" y="1370985"/>
                  </a:cubicBezTo>
                  <a:cubicBezTo>
                    <a:pt x="36010" y="1312630"/>
                    <a:pt x="11469" y="1241972"/>
                    <a:pt x="2448" y="1169107"/>
                  </a:cubicBezTo>
                  <a:cubicBezTo>
                    <a:pt x="-16478" y="1008172"/>
                    <a:pt x="48943" y="853672"/>
                    <a:pt x="143573" y="726993"/>
                  </a:cubicBezTo>
                  <a:cubicBezTo>
                    <a:pt x="239655" y="598611"/>
                    <a:pt x="359898" y="487263"/>
                    <a:pt x="488091" y="391307"/>
                  </a:cubicBezTo>
                  <a:cubicBezTo>
                    <a:pt x="557954" y="339052"/>
                    <a:pt x="631305" y="291624"/>
                    <a:pt x="707634" y="249362"/>
                  </a:cubicBezTo>
                  <a:cubicBezTo>
                    <a:pt x="742710" y="223496"/>
                    <a:pt x="778903" y="199207"/>
                    <a:pt x="816207" y="176496"/>
                  </a:cubicBezTo>
                  <a:cubicBezTo>
                    <a:pt x="1129938" y="-13333"/>
                    <a:pt x="1498556" y="-18695"/>
                    <a:pt x="1852789" y="17075"/>
                  </a:cubicBezTo>
                  <a:cubicBezTo>
                    <a:pt x="2204815" y="52846"/>
                    <a:pt x="2562960" y="121800"/>
                    <a:pt x="2874798" y="296109"/>
                  </a:cubicBezTo>
                  <a:cubicBezTo>
                    <a:pt x="3138692" y="443670"/>
                    <a:pt x="3367509" y="670152"/>
                    <a:pt x="3476964" y="955810"/>
                  </a:cubicBezTo>
                  <a:cubicBezTo>
                    <a:pt x="3532796" y="1101919"/>
                    <a:pt x="3561059" y="1277112"/>
                    <a:pt x="3485228" y="1421644"/>
                  </a:cubicBezTo>
                  <a:close/>
                </a:path>
              </a:pathLst>
            </a:custGeom>
            <a:solidFill>
              <a:srgbClr val="A6E4FF">
                <a:alpha val="65882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745453"/>
              <a:ext cx="6202654" cy="6112547"/>
            </a:xfrm>
            <a:custGeom>
              <a:avLst/>
              <a:gdLst/>
              <a:ahLst/>
              <a:cxnLst/>
              <a:rect l="l" t="t" r="r" b="b"/>
              <a:pathLst>
                <a:path w="6202654" h="6112547">
                  <a:moveTo>
                    <a:pt x="725411" y="1089"/>
                  </a:moveTo>
                  <a:cubicBezTo>
                    <a:pt x="1011574" y="10568"/>
                    <a:pt x="1295054" y="82088"/>
                    <a:pt x="1555466" y="222752"/>
                  </a:cubicBezTo>
                  <a:cubicBezTo>
                    <a:pt x="1758017" y="332027"/>
                    <a:pt x="1942757" y="483483"/>
                    <a:pt x="2092632" y="671883"/>
                  </a:cubicBezTo>
                  <a:cubicBezTo>
                    <a:pt x="2161925" y="759919"/>
                    <a:pt x="2225254" y="853624"/>
                    <a:pt x="2282109" y="952219"/>
                  </a:cubicBezTo>
                  <a:cubicBezTo>
                    <a:pt x="2320005" y="989963"/>
                    <a:pt x="2356448" y="1029575"/>
                    <a:pt x="2391437" y="1071049"/>
                  </a:cubicBezTo>
                  <a:cubicBezTo>
                    <a:pt x="2533734" y="1241331"/>
                    <a:pt x="2634283" y="1441975"/>
                    <a:pt x="2734138" y="1645026"/>
                  </a:cubicBezTo>
                  <a:cubicBezTo>
                    <a:pt x="2839866" y="1859754"/>
                    <a:pt x="2952542" y="2085311"/>
                    <a:pt x="3134187" y="2231247"/>
                  </a:cubicBezTo>
                  <a:cubicBezTo>
                    <a:pt x="3340274" y="2396787"/>
                    <a:pt x="3599668" y="2428140"/>
                    <a:pt x="3844913" y="2452062"/>
                  </a:cubicBezTo>
                  <a:cubicBezTo>
                    <a:pt x="4355238" y="2501604"/>
                    <a:pt x="4880277" y="2567636"/>
                    <a:pt x="5338685" y="2844291"/>
                  </a:cubicBezTo>
                  <a:cubicBezTo>
                    <a:pt x="5534098" y="2962271"/>
                    <a:pt x="5714796" y="3116417"/>
                    <a:pt x="5857787" y="3307224"/>
                  </a:cubicBezTo>
                  <a:cubicBezTo>
                    <a:pt x="6006338" y="3506686"/>
                    <a:pt x="6109223" y="3743744"/>
                    <a:pt x="6157539" y="3997837"/>
                  </a:cubicBezTo>
                  <a:cubicBezTo>
                    <a:pt x="6211351" y="4274988"/>
                    <a:pt x="6211161" y="4562259"/>
                    <a:pt x="6187413" y="4843445"/>
                  </a:cubicBezTo>
                  <a:cubicBezTo>
                    <a:pt x="6166761" y="5091154"/>
                    <a:pt x="6126023" y="5338863"/>
                    <a:pt x="6052696" y="5573974"/>
                  </a:cubicBezTo>
                  <a:cubicBezTo>
                    <a:pt x="5999548" y="5744734"/>
                    <a:pt x="5928885" y="5909562"/>
                    <a:pt x="5836577" y="6057769"/>
                  </a:cubicBezTo>
                  <a:lnTo>
                    <a:pt x="5798200" y="6112547"/>
                  </a:lnTo>
                  <a:lnTo>
                    <a:pt x="0" y="6112547"/>
                  </a:lnTo>
                  <a:lnTo>
                    <a:pt x="0" y="108269"/>
                  </a:lnTo>
                  <a:lnTo>
                    <a:pt x="35183" y="96081"/>
                  </a:lnTo>
                  <a:cubicBezTo>
                    <a:pt x="93514" y="78266"/>
                    <a:pt x="152415" y="62688"/>
                    <a:pt x="211824" y="49497"/>
                  </a:cubicBezTo>
                  <a:cubicBezTo>
                    <a:pt x="381050" y="12049"/>
                    <a:pt x="553714" y="-4599"/>
                    <a:pt x="725411" y="1089"/>
                  </a:cubicBezTo>
                  <a:close/>
                </a:path>
              </a:pathLst>
            </a:custGeom>
            <a:solidFill>
              <a:srgbClr val="15A5E5">
                <a:alpha val="85098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349610" y="4425366"/>
              <a:ext cx="2842390" cy="2432635"/>
            </a:xfrm>
            <a:custGeom>
              <a:avLst/>
              <a:gdLst/>
              <a:ahLst/>
              <a:cxnLst/>
              <a:rect l="l" t="t" r="r" b="b"/>
              <a:pathLst>
                <a:path w="2842390" h="2432635">
                  <a:moveTo>
                    <a:pt x="2009408" y="680"/>
                  </a:moveTo>
                  <a:cubicBezTo>
                    <a:pt x="2069389" y="-2582"/>
                    <a:pt x="2129453" y="5671"/>
                    <a:pt x="2185324" y="30129"/>
                  </a:cubicBezTo>
                  <a:cubicBezTo>
                    <a:pt x="2272509" y="67931"/>
                    <a:pt x="2335135" y="141206"/>
                    <a:pt x="2375732" y="222268"/>
                  </a:cubicBezTo>
                  <a:cubicBezTo>
                    <a:pt x="2419191" y="308787"/>
                    <a:pt x="2441886" y="402427"/>
                    <a:pt x="2457592" y="496732"/>
                  </a:cubicBezTo>
                  <a:cubicBezTo>
                    <a:pt x="2530218" y="386587"/>
                    <a:pt x="2641190" y="299424"/>
                    <a:pt x="2768362" y="256868"/>
                  </a:cubicBezTo>
                  <a:lnTo>
                    <a:pt x="2842390" y="237897"/>
                  </a:lnTo>
                  <a:lnTo>
                    <a:pt x="2842390" y="2432635"/>
                  </a:lnTo>
                  <a:lnTo>
                    <a:pt x="0" y="2432635"/>
                  </a:lnTo>
                  <a:lnTo>
                    <a:pt x="29672" y="2384176"/>
                  </a:lnTo>
                  <a:cubicBezTo>
                    <a:pt x="109003" y="2283282"/>
                    <a:pt x="215088" y="2204017"/>
                    <a:pt x="334085" y="2149377"/>
                  </a:cubicBezTo>
                  <a:cubicBezTo>
                    <a:pt x="204440" y="2073966"/>
                    <a:pt x="119026" y="1940747"/>
                    <a:pt x="104610" y="1791455"/>
                  </a:cubicBezTo>
                  <a:cubicBezTo>
                    <a:pt x="90102" y="1630197"/>
                    <a:pt x="177286" y="1478256"/>
                    <a:pt x="316448" y="1389408"/>
                  </a:cubicBezTo>
                  <a:cubicBezTo>
                    <a:pt x="386103" y="1345357"/>
                    <a:pt x="465627" y="1319348"/>
                    <a:pt x="547853" y="1313737"/>
                  </a:cubicBezTo>
                  <a:cubicBezTo>
                    <a:pt x="463198" y="1217968"/>
                    <a:pt x="397976" y="1102365"/>
                    <a:pt x="387328" y="975914"/>
                  </a:cubicBezTo>
                  <a:cubicBezTo>
                    <a:pt x="375681" y="840545"/>
                    <a:pt x="440570" y="716357"/>
                    <a:pt x="536207" y="619523"/>
                  </a:cubicBezTo>
                  <a:cubicBezTo>
                    <a:pt x="726681" y="425255"/>
                    <a:pt x="1028699" y="307256"/>
                    <a:pt x="1304362" y="384125"/>
                  </a:cubicBezTo>
                  <a:cubicBezTo>
                    <a:pt x="1349558" y="396783"/>
                    <a:pt x="1393250" y="414300"/>
                    <a:pt x="1434673" y="436369"/>
                  </a:cubicBezTo>
                  <a:cubicBezTo>
                    <a:pt x="1487915" y="253548"/>
                    <a:pt x="1653432" y="110592"/>
                    <a:pt x="1833991" y="40312"/>
                  </a:cubicBezTo>
                  <a:cubicBezTo>
                    <a:pt x="1889530" y="18716"/>
                    <a:pt x="1949427" y="3941"/>
                    <a:pt x="2009408" y="680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10884301" y="238393"/>
              <a:ext cx="1307699" cy="1163842"/>
              <a:chOff x="7427987" y="2597831"/>
              <a:chExt cx="1307699" cy="1163842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8191815" y="3217802"/>
                <a:ext cx="543871" cy="543871"/>
              </a:xfrm>
              <a:custGeom>
                <a:avLst/>
                <a:gdLst/>
                <a:ahLst/>
                <a:cxnLst/>
                <a:rect l="l" t="t" r="r" b="b"/>
                <a:pathLst>
                  <a:path w="543871" h="543871">
                    <a:moveTo>
                      <a:pt x="543871" y="271936"/>
                    </a:moveTo>
                    <a:cubicBezTo>
                      <a:pt x="543871" y="422121"/>
                      <a:pt x="422121" y="543871"/>
                      <a:pt x="271935" y="543871"/>
                    </a:cubicBezTo>
                    <a:cubicBezTo>
                      <a:pt x="121749" y="543871"/>
                      <a:pt x="0" y="422121"/>
                      <a:pt x="0" y="271936"/>
                    </a:cubicBezTo>
                    <a:cubicBezTo>
                      <a:pt x="0" y="121750"/>
                      <a:pt x="121750" y="0"/>
                      <a:pt x="271935" y="0"/>
                    </a:cubicBezTo>
                    <a:cubicBezTo>
                      <a:pt x="422122" y="0"/>
                      <a:pt x="543871" y="121750"/>
                      <a:pt x="543871" y="271936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7427987" y="2803214"/>
                <a:ext cx="354993" cy="354993"/>
              </a:xfrm>
              <a:custGeom>
                <a:avLst/>
                <a:gdLst/>
                <a:ahLst/>
                <a:cxnLst/>
                <a:rect l="l" t="t" r="r" b="b"/>
                <a:pathLst>
                  <a:path w="354993" h="354993">
                    <a:moveTo>
                      <a:pt x="354994" y="177497"/>
                    </a:moveTo>
                    <a:cubicBezTo>
                      <a:pt x="354994" y="275526"/>
                      <a:pt x="275526" y="354994"/>
                      <a:pt x="177497" y="354994"/>
                    </a:cubicBezTo>
                    <a:cubicBezTo>
                      <a:pt x="79468" y="354994"/>
                      <a:pt x="0" y="275526"/>
                      <a:pt x="0" y="177497"/>
                    </a:cubicBezTo>
                    <a:cubicBezTo>
                      <a:pt x="0" y="79468"/>
                      <a:pt x="79468" y="0"/>
                      <a:pt x="177497" y="0"/>
                    </a:cubicBezTo>
                    <a:cubicBezTo>
                      <a:pt x="275526" y="0"/>
                      <a:pt x="354994" y="79468"/>
                      <a:pt x="354994" y="177497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7939047" y="2597831"/>
                <a:ext cx="252768" cy="252768"/>
              </a:xfrm>
              <a:custGeom>
                <a:avLst/>
                <a:gdLst/>
                <a:ahLst/>
                <a:cxnLst/>
                <a:rect l="l" t="t" r="r" b="b"/>
                <a:pathLst>
                  <a:path w="252768" h="252768">
                    <a:moveTo>
                      <a:pt x="252768" y="126384"/>
                    </a:moveTo>
                    <a:cubicBezTo>
                      <a:pt x="252768" y="196184"/>
                      <a:pt x="196184" y="252768"/>
                      <a:pt x="126384" y="252768"/>
                    </a:cubicBezTo>
                    <a:cubicBezTo>
                      <a:pt x="56584" y="252768"/>
                      <a:pt x="0" y="196184"/>
                      <a:pt x="0" y="126384"/>
                    </a:cubicBezTo>
                    <a:cubicBezTo>
                      <a:pt x="0" y="56584"/>
                      <a:pt x="56584" y="0"/>
                      <a:pt x="126384" y="0"/>
                    </a:cubicBezTo>
                    <a:cubicBezTo>
                      <a:pt x="196184" y="0"/>
                      <a:pt x="252768" y="56584"/>
                      <a:pt x="252768" y="126384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8482639" y="3304019"/>
                <a:ext cx="164381" cy="313495"/>
              </a:xfrm>
              <a:custGeom>
                <a:avLst/>
                <a:gdLst/>
                <a:ahLst/>
                <a:cxnLst/>
                <a:rect l="l" t="t" r="r" b="b"/>
                <a:pathLst>
                  <a:path w="164381" h="313495">
                    <a:moveTo>
                      <a:pt x="35301" y="1235"/>
                    </a:moveTo>
                    <a:cubicBezTo>
                      <a:pt x="88544" y="17807"/>
                      <a:pt x="128476" y="59136"/>
                      <a:pt x="149107" y="110116"/>
                    </a:cubicBezTo>
                    <a:cubicBezTo>
                      <a:pt x="172667" y="168017"/>
                      <a:pt x="166544" y="234703"/>
                      <a:pt x="145912" y="292471"/>
                    </a:cubicBezTo>
                    <a:cubicBezTo>
                      <a:pt x="141453" y="307386"/>
                      <a:pt x="126080" y="316177"/>
                      <a:pt x="110972" y="312437"/>
                    </a:cubicBezTo>
                    <a:cubicBezTo>
                      <a:pt x="96996" y="308577"/>
                      <a:pt x="85948" y="291938"/>
                      <a:pt x="91006" y="277430"/>
                    </a:cubicBezTo>
                    <a:cubicBezTo>
                      <a:pt x="107644" y="230843"/>
                      <a:pt x="114566" y="179664"/>
                      <a:pt x="96863" y="132278"/>
                    </a:cubicBezTo>
                    <a:cubicBezTo>
                      <a:pt x="83552" y="97537"/>
                      <a:pt x="55799" y="67189"/>
                      <a:pt x="20060" y="56075"/>
                    </a:cubicBezTo>
                    <a:cubicBezTo>
                      <a:pt x="-15679" y="44960"/>
                      <a:pt x="228" y="-9680"/>
                      <a:pt x="35301" y="123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1" name="AutoShape 11"/>
            <p:cNvSpPr/>
            <p:nvPr/>
          </p:nvSpPr>
          <p:spPr>
            <a:xfrm flipH="1">
              <a:off x="8947683" y="6087399"/>
              <a:ext cx="200654" cy="500115"/>
            </a:xfrm>
            <a:custGeom>
              <a:avLst/>
              <a:gdLst/>
              <a:ahLst/>
              <a:cxnLst/>
              <a:rect l="l" t="t" r="r" b="b"/>
              <a:pathLst>
                <a:path w="200654" h="500114">
                  <a:moveTo>
                    <a:pt x="5344" y="16880"/>
                  </a:moveTo>
                  <a:cubicBezTo>
                    <a:pt x="64110" y="-62385"/>
                    <a:pt x="162142" y="157839"/>
                    <a:pt x="177116" y="196174"/>
                  </a:cubicBezTo>
                  <a:cubicBezTo>
                    <a:pt x="195685" y="243959"/>
                    <a:pt x="205269" y="295005"/>
                    <a:pt x="198214" y="346118"/>
                  </a:cubicBezTo>
                  <a:cubicBezTo>
                    <a:pt x="191160" y="397230"/>
                    <a:pt x="169264" y="443951"/>
                    <a:pt x="141711" y="486744"/>
                  </a:cubicBezTo>
                  <a:cubicBezTo>
                    <a:pt x="121745" y="517425"/>
                    <a:pt x="72762" y="488941"/>
                    <a:pt x="92594" y="458060"/>
                  </a:cubicBezTo>
                  <a:cubicBezTo>
                    <a:pt x="134989" y="392305"/>
                    <a:pt x="156086" y="322625"/>
                    <a:pt x="133924" y="245090"/>
                  </a:cubicBezTo>
                  <a:cubicBezTo>
                    <a:pt x="122477" y="208267"/>
                    <a:pt x="106970" y="172800"/>
                    <a:pt x="87803" y="139337"/>
                  </a:cubicBezTo>
                  <a:cubicBezTo>
                    <a:pt x="79684" y="124430"/>
                    <a:pt x="71098" y="109722"/>
                    <a:pt x="61580" y="95679"/>
                  </a:cubicBezTo>
                  <a:cubicBezTo>
                    <a:pt x="56190" y="87652"/>
                    <a:pt x="50400" y="79946"/>
                    <a:pt x="44144" y="72585"/>
                  </a:cubicBezTo>
                  <a:cubicBezTo>
                    <a:pt x="41814" y="69790"/>
                    <a:pt x="30833" y="60206"/>
                    <a:pt x="30833" y="57278"/>
                  </a:cubicBezTo>
                  <a:cubicBezTo>
                    <a:pt x="10202" y="57943"/>
                    <a:pt x="-10163" y="37711"/>
                    <a:pt x="5344" y="1688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10410316" y="3709624"/>
              <a:ext cx="1068356" cy="514064"/>
            </a:xfrm>
            <a:custGeom>
              <a:avLst/>
              <a:gdLst/>
              <a:ahLst/>
              <a:cxnLst/>
              <a:rect l="l" t="t" r="r" b="b"/>
              <a:pathLst>
                <a:path w="1068356" h="514064">
                  <a:moveTo>
                    <a:pt x="7219" y="331797"/>
                  </a:moveTo>
                  <a:cubicBezTo>
                    <a:pt x="77499" y="250802"/>
                    <a:pt x="196229" y="256592"/>
                    <a:pt x="290668" y="282880"/>
                  </a:cubicBezTo>
                  <a:cubicBezTo>
                    <a:pt x="391642" y="311212"/>
                    <a:pt x="484457" y="363104"/>
                    <a:pt x="561472" y="434289"/>
                  </a:cubicBezTo>
                  <a:cubicBezTo>
                    <a:pt x="600073" y="325541"/>
                    <a:pt x="644331" y="215995"/>
                    <a:pt x="723063" y="130075"/>
                  </a:cubicBezTo>
                  <a:cubicBezTo>
                    <a:pt x="805722" y="39895"/>
                    <a:pt x="924585" y="-15676"/>
                    <a:pt x="1047642" y="3624"/>
                  </a:cubicBezTo>
                  <a:cubicBezTo>
                    <a:pt x="1083714" y="9348"/>
                    <a:pt x="1068406" y="64121"/>
                    <a:pt x="1032534" y="58397"/>
                  </a:cubicBezTo>
                  <a:cubicBezTo>
                    <a:pt x="922389" y="40827"/>
                    <a:pt x="816570" y="104319"/>
                    <a:pt x="748619" y="186844"/>
                  </a:cubicBezTo>
                  <a:cubicBezTo>
                    <a:pt x="675877" y="275160"/>
                    <a:pt x="637875" y="386504"/>
                    <a:pt x="600805" y="492988"/>
                  </a:cubicBezTo>
                  <a:cubicBezTo>
                    <a:pt x="594150" y="512355"/>
                    <a:pt x="568859" y="521872"/>
                    <a:pt x="553286" y="505500"/>
                  </a:cubicBezTo>
                  <a:cubicBezTo>
                    <a:pt x="483099" y="430921"/>
                    <a:pt x="395256" y="375229"/>
                    <a:pt x="297856" y="343577"/>
                  </a:cubicBezTo>
                  <a:cubicBezTo>
                    <a:pt x="217992" y="318021"/>
                    <a:pt x="109577" y="299585"/>
                    <a:pt x="47416" y="371263"/>
                  </a:cubicBezTo>
                  <a:cubicBezTo>
                    <a:pt x="23391" y="399614"/>
                    <a:pt x="-16674" y="359283"/>
                    <a:pt x="7219" y="33179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1">
              <a:off x="9091798" y="4343660"/>
              <a:ext cx="804424" cy="1301132"/>
            </a:xfrm>
            <a:custGeom>
              <a:avLst/>
              <a:gdLst/>
              <a:ahLst/>
              <a:cxnLst/>
              <a:rect l="l" t="t" r="r" b="b"/>
              <a:pathLst>
                <a:path w="804424" h="1301132">
                  <a:moveTo>
                    <a:pt x="13532" y="28916"/>
                  </a:moveTo>
                  <a:cubicBezTo>
                    <a:pt x="149101" y="-51679"/>
                    <a:pt x="313021" y="48350"/>
                    <a:pt x="386629" y="166814"/>
                  </a:cubicBezTo>
                  <a:cubicBezTo>
                    <a:pt x="458240" y="281418"/>
                    <a:pt x="459438" y="426903"/>
                    <a:pt x="396811" y="543837"/>
                  </a:cubicBezTo>
                  <a:cubicBezTo>
                    <a:pt x="478472" y="547231"/>
                    <a:pt x="559999" y="592886"/>
                    <a:pt x="622559" y="640672"/>
                  </a:cubicBezTo>
                  <a:cubicBezTo>
                    <a:pt x="698163" y="698506"/>
                    <a:pt x="759259" y="776240"/>
                    <a:pt x="788276" y="867684"/>
                  </a:cubicBezTo>
                  <a:cubicBezTo>
                    <a:pt x="842584" y="1038592"/>
                    <a:pt x="755665" y="1248101"/>
                    <a:pt x="576571" y="1299680"/>
                  </a:cubicBezTo>
                  <a:cubicBezTo>
                    <a:pt x="541365" y="1309862"/>
                    <a:pt x="526324" y="1255022"/>
                    <a:pt x="561464" y="1244907"/>
                  </a:cubicBezTo>
                  <a:cubicBezTo>
                    <a:pt x="711607" y="1201581"/>
                    <a:pt x="778360" y="1023951"/>
                    <a:pt x="733503" y="882791"/>
                  </a:cubicBezTo>
                  <a:cubicBezTo>
                    <a:pt x="709345" y="806721"/>
                    <a:pt x="658098" y="741366"/>
                    <a:pt x="596338" y="691851"/>
                  </a:cubicBezTo>
                  <a:cubicBezTo>
                    <a:pt x="532047" y="640272"/>
                    <a:pt x="434015" y="582637"/>
                    <a:pt x="349160" y="604999"/>
                  </a:cubicBezTo>
                  <a:cubicBezTo>
                    <a:pt x="327330" y="610723"/>
                    <a:pt x="301441" y="584101"/>
                    <a:pt x="317081" y="563270"/>
                  </a:cubicBezTo>
                  <a:cubicBezTo>
                    <a:pt x="392818" y="462376"/>
                    <a:pt x="409390" y="326741"/>
                    <a:pt x="348494" y="214200"/>
                  </a:cubicBezTo>
                  <a:cubicBezTo>
                    <a:pt x="294320" y="114370"/>
                    <a:pt x="157420" y="9483"/>
                    <a:pt x="42350" y="77966"/>
                  </a:cubicBezTo>
                  <a:cubicBezTo>
                    <a:pt x="10671" y="96734"/>
                    <a:pt x="-17947" y="47618"/>
                    <a:pt x="13532" y="2891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 rot="0">
              <a:off x="279501" y="812825"/>
              <a:ext cx="6516520" cy="5579581"/>
              <a:chOff x="279501" y="1028923"/>
              <a:chExt cx="6264134" cy="5363483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4427999" y="4637494"/>
                <a:ext cx="1107198" cy="1359561"/>
              </a:xfrm>
              <a:custGeom>
                <a:avLst/>
                <a:gdLst/>
                <a:ahLst/>
                <a:cxnLst/>
                <a:rect l="l" t="t" r="r" b="b"/>
                <a:pathLst>
                  <a:path w="1107198" h="1359561">
                    <a:moveTo>
                      <a:pt x="19965" y="849261"/>
                    </a:moveTo>
                    <a:cubicBezTo>
                      <a:pt x="74671" y="670500"/>
                      <a:pt x="238258" y="489875"/>
                      <a:pt x="434723" y="495199"/>
                    </a:cubicBezTo>
                    <a:cubicBezTo>
                      <a:pt x="399982" y="426051"/>
                      <a:pt x="379151" y="350313"/>
                      <a:pt x="389866" y="272180"/>
                    </a:cubicBezTo>
                    <a:cubicBezTo>
                      <a:pt x="402711" y="177941"/>
                      <a:pt x="459947" y="107661"/>
                      <a:pt x="543138" y="64734"/>
                    </a:cubicBezTo>
                    <a:cubicBezTo>
                      <a:pt x="714312" y="-22983"/>
                      <a:pt x="920959" y="-20454"/>
                      <a:pt x="1092600" y="64002"/>
                    </a:cubicBezTo>
                    <a:cubicBezTo>
                      <a:pt x="1125410" y="80108"/>
                      <a:pt x="1096659" y="129157"/>
                      <a:pt x="1063915" y="113052"/>
                    </a:cubicBezTo>
                    <a:cubicBezTo>
                      <a:pt x="918563" y="41574"/>
                      <a:pt x="741000" y="35983"/>
                      <a:pt x="592919" y="103601"/>
                    </a:cubicBezTo>
                    <a:cubicBezTo>
                      <a:pt x="517116" y="138209"/>
                      <a:pt x="459813" y="190453"/>
                      <a:pt x="446503" y="275973"/>
                    </a:cubicBezTo>
                    <a:cubicBezTo>
                      <a:pt x="433192" y="361494"/>
                      <a:pt x="466469" y="443554"/>
                      <a:pt x="510527" y="514699"/>
                    </a:cubicBezTo>
                    <a:cubicBezTo>
                      <a:pt x="523837" y="536928"/>
                      <a:pt x="501675" y="561286"/>
                      <a:pt x="478448" y="556428"/>
                    </a:cubicBezTo>
                    <a:cubicBezTo>
                      <a:pt x="288240" y="515498"/>
                      <a:pt x="125717" y="699849"/>
                      <a:pt x="74804" y="864369"/>
                    </a:cubicBezTo>
                    <a:cubicBezTo>
                      <a:pt x="23159" y="1032482"/>
                      <a:pt x="82524" y="1240659"/>
                      <a:pt x="261552" y="1302887"/>
                    </a:cubicBezTo>
                    <a:cubicBezTo>
                      <a:pt x="295827" y="1314866"/>
                      <a:pt x="281119" y="1369440"/>
                      <a:pt x="246444" y="1357726"/>
                    </a:cubicBezTo>
                    <a:cubicBezTo>
                      <a:pt x="38200" y="1285649"/>
                      <a:pt x="-41198" y="1048920"/>
                      <a:pt x="19965" y="8492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320622" y="1248790"/>
                <a:ext cx="245713" cy="503806"/>
              </a:xfrm>
              <a:custGeom>
                <a:avLst/>
                <a:gdLst/>
                <a:ahLst/>
                <a:cxnLst/>
                <a:rect l="l" t="t" r="r" b="b"/>
                <a:pathLst>
                  <a:path w="245713" h="503806">
                    <a:moveTo>
                      <a:pt x="0" y="0"/>
                    </a:moveTo>
                    <a:lnTo>
                      <a:pt x="245714" y="0"/>
                    </a:lnTo>
                    <a:lnTo>
                      <a:pt x="245714" y="503806"/>
                    </a:lnTo>
                    <a:lnTo>
                      <a:pt x="0" y="503806"/>
                    </a:lnTo>
                    <a:close/>
                  </a:path>
                </a:pathLst>
              </a:custGeom>
              <a:solidFill>
                <a:srgbClr val="1739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038179" y="1028923"/>
                <a:ext cx="1386559" cy="554730"/>
              </a:xfrm>
              <a:custGeom>
                <a:avLst/>
                <a:gdLst/>
                <a:ahLst/>
                <a:cxnLst/>
                <a:rect l="l" t="t" r="r" b="b"/>
                <a:pathLst>
                  <a:path w="1386559" h="554730">
                    <a:moveTo>
                      <a:pt x="1361881" y="533932"/>
                    </a:moveTo>
                    <a:cubicBezTo>
                      <a:pt x="1336258" y="558690"/>
                      <a:pt x="1298390" y="554497"/>
                      <a:pt x="1265645" y="553898"/>
                    </a:cubicBezTo>
                    <a:cubicBezTo>
                      <a:pt x="1234898" y="553565"/>
                      <a:pt x="1193835" y="559688"/>
                      <a:pt x="1171074" y="533399"/>
                    </a:cubicBezTo>
                    <a:cubicBezTo>
                      <a:pt x="1148312" y="507111"/>
                      <a:pt x="1158229" y="470507"/>
                      <a:pt x="1139927" y="442288"/>
                    </a:cubicBezTo>
                    <a:cubicBezTo>
                      <a:pt x="1120360" y="412473"/>
                      <a:pt x="1086019" y="393838"/>
                      <a:pt x="1053408" y="381659"/>
                    </a:cubicBezTo>
                    <a:cubicBezTo>
                      <a:pt x="882633" y="319365"/>
                      <a:pt x="124328" y="371942"/>
                      <a:pt x="72882" y="373273"/>
                    </a:cubicBezTo>
                    <a:cubicBezTo>
                      <a:pt x="46261" y="373872"/>
                      <a:pt x="20571" y="369413"/>
                      <a:pt x="7128" y="344056"/>
                    </a:cubicBezTo>
                    <a:cubicBezTo>
                      <a:pt x="-20492" y="292411"/>
                      <a:pt x="37609" y="207090"/>
                      <a:pt x="68090" y="167957"/>
                    </a:cubicBezTo>
                    <a:cubicBezTo>
                      <a:pt x="110272" y="114302"/>
                      <a:pt x="164858" y="71708"/>
                      <a:pt x="227152" y="43835"/>
                    </a:cubicBezTo>
                    <a:cubicBezTo>
                      <a:pt x="259390" y="29646"/>
                      <a:pt x="293219" y="19417"/>
                      <a:pt x="327913" y="13354"/>
                    </a:cubicBezTo>
                    <a:cubicBezTo>
                      <a:pt x="464653" y="-17240"/>
                      <a:pt x="607889" y="4383"/>
                      <a:pt x="729494" y="73984"/>
                    </a:cubicBezTo>
                    <a:cubicBezTo>
                      <a:pt x="804300" y="116977"/>
                      <a:pt x="861069" y="177873"/>
                      <a:pt x="947655" y="198438"/>
                    </a:cubicBezTo>
                    <a:cubicBezTo>
                      <a:pt x="1029449" y="217672"/>
                      <a:pt x="1114437" y="212880"/>
                      <a:pt x="1196896" y="227588"/>
                    </a:cubicBezTo>
                    <a:cubicBezTo>
                      <a:pt x="1268441" y="240100"/>
                      <a:pt x="1327806" y="277303"/>
                      <a:pt x="1358553" y="344389"/>
                    </a:cubicBezTo>
                    <a:cubicBezTo>
                      <a:pt x="1380516" y="392839"/>
                      <a:pt x="1406804" y="491604"/>
                      <a:pt x="1361881" y="533932"/>
                    </a:cubicBezTo>
                    <a:close/>
                  </a:path>
                </a:pathLst>
              </a:custGeom>
              <a:solidFill>
                <a:srgbClr val="1739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309909" y="2190249"/>
                <a:ext cx="2302252" cy="4133408"/>
              </a:xfrm>
              <a:custGeom>
                <a:avLst/>
                <a:gdLst/>
                <a:ahLst/>
                <a:cxnLst/>
                <a:rect l="l" t="t" r="r" b="b"/>
                <a:pathLst>
                  <a:path w="2302252" h="4133407">
                    <a:moveTo>
                      <a:pt x="2301789" y="3708469"/>
                    </a:moveTo>
                    <a:cubicBezTo>
                      <a:pt x="2310441" y="3939874"/>
                      <a:pt x="2155373" y="4133210"/>
                      <a:pt x="1960040" y="4133210"/>
                    </a:cubicBezTo>
                    <a:lnTo>
                      <a:pt x="341936" y="4133210"/>
                    </a:lnTo>
                    <a:cubicBezTo>
                      <a:pt x="147601" y="4133210"/>
                      <a:pt x="-7933" y="3940872"/>
                      <a:pt x="186" y="3710466"/>
                    </a:cubicBezTo>
                    <a:lnTo>
                      <a:pt x="114990" y="389470"/>
                    </a:lnTo>
                    <a:cubicBezTo>
                      <a:pt x="122510" y="171641"/>
                      <a:pt x="273320" y="-199"/>
                      <a:pt x="456740" y="-199"/>
                    </a:cubicBezTo>
                    <a:lnTo>
                      <a:pt x="1832724" y="-199"/>
                    </a:lnTo>
                    <a:cubicBezTo>
                      <a:pt x="2015545" y="-199"/>
                      <a:pt x="2166088" y="170643"/>
                      <a:pt x="2174473" y="387473"/>
                    </a:cubicBezTo>
                    <a:close/>
                  </a:path>
                </a:pathLst>
              </a:custGeom>
              <a:solidFill>
                <a:srgbClr val="50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486365" y="2621276"/>
                <a:ext cx="2004680" cy="3553152"/>
              </a:xfrm>
              <a:custGeom>
                <a:avLst/>
                <a:gdLst/>
                <a:ahLst/>
                <a:cxnLst/>
                <a:rect l="l" t="t" r="r" b="b"/>
                <a:pathLst>
                  <a:path w="2004679" h="3553152">
                    <a:moveTo>
                      <a:pt x="1916624" y="3293015"/>
                    </a:moveTo>
                    <a:cubicBezTo>
                      <a:pt x="1875228" y="3360700"/>
                      <a:pt x="1816794" y="3416804"/>
                      <a:pt x="1743586" y="3449215"/>
                    </a:cubicBezTo>
                    <a:cubicBezTo>
                      <a:pt x="1663722" y="3484821"/>
                      <a:pt x="1574874" y="3492541"/>
                      <a:pt x="1488554" y="3500860"/>
                    </a:cubicBezTo>
                    <a:cubicBezTo>
                      <a:pt x="1280729" y="3521445"/>
                      <a:pt x="1072199" y="3535780"/>
                      <a:pt x="862956" y="3543853"/>
                    </a:cubicBezTo>
                    <a:cubicBezTo>
                      <a:pt x="673413" y="3551241"/>
                      <a:pt x="462972" y="3573336"/>
                      <a:pt x="282347" y="3502125"/>
                    </a:cubicBezTo>
                    <a:cubicBezTo>
                      <a:pt x="129276" y="3441828"/>
                      <a:pt x="20594" y="3321233"/>
                      <a:pt x="4555" y="3154119"/>
                    </a:cubicBezTo>
                    <a:cubicBezTo>
                      <a:pt x="-5028" y="3056286"/>
                      <a:pt x="2625" y="2955192"/>
                      <a:pt x="5553" y="2857093"/>
                    </a:cubicBezTo>
                    <a:cubicBezTo>
                      <a:pt x="8748" y="2753756"/>
                      <a:pt x="12808" y="2650446"/>
                      <a:pt x="17733" y="2547155"/>
                    </a:cubicBezTo>
                    <a:cubicBezTo>
                      <a:pt x="27316" y="2335450"/>
                      <a:pt x="39229" y="2123745"/>
                      <a:pt x="47881" y="1911707"/>
                    </a:cubicBezTo>
                    <a:cubicBezTo>
                      <a:pt x="56533" y="1699669"/>
                      <a:pt x="62656" y="1488629"/>
                      <a:pt x="60060" y="1276592"/>
                    </a:cubicBezTo>
                    <a:cubicBezTo>
                      <a:pt x="57798" y="1076400"/>
                      <a:pt x="38564" y="877273"/>
                      <a:pt x="33439" y="677614"/>
                    </a:cubicBezTo>
                    <a:cubicBezTo>
                      <a:pt x="29246" y="507904"/>
                      <a:pt x="39229" y="302921"/>
                      <a:pt x="144716" y="161163"/>
                    </a:cubicBezTo>
                    <a:cubicBezTo>
                      <a:pt x="252865" y="15545"/>
                      <a:pt x="438547" y="59803"/>
                      <a:pt x="572053" y="142262"/>
                    </a:cubicBezTo>
                    <a:cubicBezTo>
                      <a:pt x="649321" y="190047"/>
                      <a:pt x="722463" y="249678"/>
                      <a:pt x="811311" y="274370"/>
                    </a:cubicBezTo>
                    <a:cubicBezTo>
                      <a:pt x="901158" y="299726"/>
                      <a:pt x="994465" y="286283"/>
                      <a:pt x="1081117" y="255801"/>
                    </a:cubicBezTo>
                    <a:cubicBezTo>
                      <a:pt x="1172494" y="223390"/>
                      <a:pt x="1257216" y="172677"/>
                      <a:pt x="1337413" y="119168"/>
                    </a:cubicBezTo>
                    <a:cubicBezTo>
                      <a:pt x="1407959" y="71982"/>
                      <a:pt x="1478239" y="13948"/>
                      <a:pt x="1565157" y="2035"/>
                    </a:cubicBezTo>
                    <a:cubicBezTo>
                      <a:pt x="1738195" y="-21392"/>
                      <a:pt x="1851002" y="143859"/>
                      <a:pt x="1881750" y="293337"/>
                    </a:cubicBezTo>
                    <a:cubicBezTo>
                      <a:pt x="1890142" y="334806"/>
                      <a:pt x="1895613" y="376821"/>
                      <a:pt x="1898122" y="419056"/>
                    </a:cubicBezTo>
                    <a:cubicBezTo>
                      <a:pt x="1926340" y="574990"/>
                      <a:pt x="1938520" y="735050"/>
                      <a:pt x="1944709" y="892514"/>
                    </a:cubicBezTo>
                    <a:cubicBezTo>
                      <a:pt x="1962013" y="1302814"/>
                      <a:pt x="1941847" y="1712780"/>
                      <a:pt x="1966805" y="2123080"/>
                    </a:cubicBezTo>
                    <a:cubicBezTo>
                      <a:pt x="1979317" y="2332189"/>
                      <a:pt x="1996021" y="2541365"/>
                      <a:pt x="2001812" y="2751140"/>
                    </a:cubicBezTo>
                    <a:cubicBezTo>
                      <a:pt x="2007069" y="2932431"/>
                      <a:pt x="2015055" y="3131957"/>
                      <a:pt x="1916624" y="3293015"/>
                    </a:cubicBezTo>
                    <a:close/>
                  </a:path>
                </a:pathLst>
              </a:custGeom>
              <a:solidFill>
                <a:srgbClr val="89DA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754272" y="2317731"/>
                <a:ext cx="282719" cy="268299"/>
              </a:xfrm>
              <a:custGeom>
                <a:avLst/>
                <a:gdLst/>
                <a:ahLst/>
                <a:cxnLst/>
                <a:rect l="l" t="t" r="r" b="b"/>
                <a:pathLst>
                  <a:path w="282719" h="268299">
                    <a:moveTo>
                      <a:pt x="10714" y="185053"/>
                    </a:moveTo>
                    <a:cubicBezTo>
                      <a:pt x="-18177" y="118053"/>
                      <a:pt x="12717" y="40320"/>
                      <a:pt x="79716" y="11436"/>
                    </a:cubicBezTo>
                    <a:cubicBezTo>
                      <a:pt x="82345" y="10298"/>
                      <a:pt x="85013" y="9246"/>
                      <a:pt x="87715" y="8288"/>
                    </a:cubicBezTo>
                    <a:cubicBezTo>
                      <a:pt x="150608" y="-15139"/>
                      <a:pt x="225680" y="11815"/>
                      <a:pt x="263216" y="66056"/>
                    </a:cubicBezTo>
                    <a:cubicBezTo>
                      <a:pt x="283880" y="95153"/>
                      <a:pt x="288346" y="132762"/>
                      <a:pt x="275062" y="165885"/>
                    </a:cubicBezTo>
                    <a:cubicBezTo>
                      <a:pt x="261752" y="197298"/>
                      <a:pt x="232402" y="223919"/>
                      <a:pt x="204516" y="242820"/>
                    </a:cubicBezTo>
                    <a:cubicBezTo>
                      <a:pt x="175552" y="263332"/>
                      <a:pt x="139780" y="271844"/>
                      <a:pt x="104686" y="266580"/>
                    </a:cubicBezTo>
                    <a:cubicBezTo>
                      <a:pt x="72481" y="260504"/>
                      <a:pt x="43990" y="241942"/>
                      <a:pt x="25422" y="214935"/>
                    </a:cubicBezTo>
                    <a:cubicBezTo>
                      <a:pt x="19133" y="205950"/>
                      <a:pt x="14361" y="195987"/>
                      <a:pt x="11313" y="185452"/>
                    </a:cubicBezTo>
                    <a:lnTo>
                      <a:pt x="10714" y="185053"/>
                    </a:lnTo>
                    <a:close/>
                  </a:path>
                </a:pathLst>
              </a:custGeom>
              <a:solidFill>
                <a:srgbClr val="89DA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1115520" y="2363168"/>
                <a:ext cx="489749" cy="466539"/>
              </a:xfrm>
              <a:custGeom>
                <a:avLst/>
                <a:gdLst/>
                <a:ahLst/>
                <a:cxnLst/>
                <a:rect l="l" t="t" r="r" b="b"/>
                <a:pathLst>
                  <a:path w="489749" h="466539">
                    <a:moveTo>
                      <a:pt x="1132" y="222341"/>
                    </a:moveTo>
                    <a:cubicBezTo>
                      <a:pt x="-2462" y="191014"/>
                      <a:pt x="1724" y="159288"/>
                      <a:pt x="13311" y="129965"/>
                    </a:cubicBezTo>
                    <a:cubicBezTo>
                      <a:pt x="37436" y="71165"/>
                      <a:pt x="87012" y="26535"/>
                      <a:pt x="148014" y="8705"/>
                    </a:cubicBezTo>
                    <a:cubicBezTo>
                      <a:pt x="209975" y="-10196"/>
                      <a:pt x="273134" y="3248"/>
                      <a:pt x="331235" y="27939"/>
                    </a:cubicBezTo>
                    <a:cubicBezTo>
                      <a:pt x="385742" y="51100"/>
                      <a:pt x="438651" y="82513"/>
                      <a:pt x="466271" y="136687"/>
                    </a:cubicBezTo>
                    <a:cubicBezTo>
                      <a:pt x="516585" y="236516"/>
                      <a:pt x="482643" y="356778"/>
                      <a:pt x="393063" y="420269"/>
                    </a:cubicBezTo>
                    <a:cubicBezTo>
                      <a:pt x="303482" y="483761"/>
                      <a:pt x="174569" y="481232"/>
                      <a:pt x="86919" y="415145"/>
                    </a:cubicBezTo>
                    <a:cubicBezTo>
                      <a:pt x="26522" y="370341"/>
                      <a:pt x="-6023" y="297199"/>
                      <a:pt x="1132" y="222341"/>
                    </a:cubicBezTo>
                    <a:close/>
                  </a:path>
                </a:pathLst>
              </a:custGeom>
              <a:solidFill>
                <a:srgbClr val="89DA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567441" y="3043858"/>
                <a:ext cx="1787347" cy="2426257"/>
              </a:xfrm>
              <a:custGeom>
                <a:avLst/>
                <a:gdLst/>
                <a:ahLst/>
                <a:cxnLst/>
                <a:rect l="l" t="t" r="r" b="b"/>
                <a:pathLst>
                  <a:path w="1787347" h="2426257">
                    <a:moveTo>
                      <a:pt x="1787348" y="1213129"/>
                    </a:moveTo>
                    <a:cubicBezTo>
                      <a:pt x="1787348" y="1883121"/>
                      <a:pt x="1387237" y="2426257"/>
                      <a:pt x="893674" y="2426257"/>
                    </a:cubicBezTo>
                    <a:cubicBezTo>
                      <a:pt x="400111" y="2426257"/>
                      <a:pt x="0" y="1883121"/>
                      <a:pt x="0" y="1213129"/>
                    </a:cubicBezTo>
                    <a:cubicBezTo>
                      <a:pt x="0" y="543136"/>
                      <a:pt x="400111" y="0"/>
                      <a:pt x="893674" y="0"/>
                    </a:cubicBezTo>
                    <a:cubicBezTo>
                      <a:pt x="1387237" y="0"/>
                      <a:pt x="1787348" y="543136"/>
                      <a:pt x="1787348" y="121312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1063624" y="3451239"/>
                <a:ext cx="812790" cy="1602014"/>
              </a:xfrm>
              <a:custGeom>
                <a:avLst/>
                <a:gdLst/>
                <a:ahLst/>
                <a:cxnLst/>
                <a:rect l="l" t="t" r="r" b="b"/>
                <a:pathLst>
                  <a:path w="812790" h="1602014">
                    <a:moveTo>
                      <a:pt x="652537" y="1511278"/>
                    </a:moveTo>
                    <a:cubicBezTo>
                      <a:pt x="482987" y="1650753"/>
                      <a:pt x="232474" y="1626374"/>
                      <a:pt x="92999" y="1456824"/>
                    </a:cubicBezTo>
                    <a:cubicBezTo>
                      <a:pt x="87821" y="1450528"/>
                      <a:pt x="82837" y="1444073"/>
                      <a:pt x="78051" y="1437471"/>
                    </a:cubicBezTo>
                    <a:cubicBezTo>
                      <a:pt x="5509" y="1337641"/>
                      <a:pt x="-5339" y="1211656"/>
                      <a:pt x="1715" y="1091994"/>
                    </a:cubicBezTo>
                    <a:cubicBezTo>
                      <a:pt x="9136" y="965164"/>
                      <a:pt x="28902" y="839358"/>
                      <a:pt x="60748" y="716368"/>
                    </a:cubicBezTo>
                    <a:cubicBezTo>
                      <a:pt x="123574" y="471320"/>
                      <a:pt x="238910" y="243243"/>
                      <a:pt x="381799" y="34400"/>
                    </a:cubicBezTo>
                    <a:cubicBezTo>
                      <a:pt x="414544" y="-13385"/>
                      <a:pt x="441697" y="-3469"/>
                      <a:pt x="455008" y="15498"/>
                    </a:cubicBezTo>
                    <a:cubicBezTo>
                      <a:pt x="621390" y="250630"/>
                      <a:pt x="720288" y="525827"/>
                      <a:pt x="776792" y="806548"/>
                    </a:cubicBezTo>
                    <a:cubicBezTo>
                      <a:pt x="823179" y="1039084"/>
                      <a:pt x="859384" y="1339970"/>
                      <a:pt x="652537" y="1511278"/>
                    </a:cubicBezTo>
                    <a:close/>
                  </a:path>
                </a:pathLst>
              </a:custGeom>
              <a:solidFill>
                <a:srgbClr val="50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304788" y="2943630"/>
                <a:ext cx="149129" cy="2463235"/>
              </a:xfrm>
              <a:custGeom>
                <a:avLst/>
                <a:gdLst/>
                <a:ahLst/>
                <a:cxnLst/>
                <a:rect l="l" t="t" r="r" b="b"/>
                <a:pathLst>
                  <a:path w="149129" h="2463235">
                    <a:moveTo>
                      <a:pt x="84838" y="30749"/>
                    </a:moveTo>
                    <a:cubicBezTo>
                      <a:pt x="67088" y="655196"/>
                      <a:pt x="45991" y="1279570"/>
                      <a:pt x="21546" y="1903884"/>
                    </a:cubicBezTo>
                    <a:cubicBezTo>
                      <a:pt x="14625" y="2079983"/>
                      <a:pt x="7417" y="2256062"/>
                      <a:pt x="-84" y="2432115"/>
                    </a:cubicBezTo>
                    <a:cubicBezTo>
                      <a:pt x="-1814" y="2473378"/>
                      <a:pt x="62343" y="2473311"/>
                      <a:pt x="64073" y="2432115"/>
                    </a:cubicBezTo>
                    <a:cubicBezTo>
                      <a:pt x="90695" y="1807934"/>
                      <a:pt x="113742" y="1183627"/>
                      <a:pt x="133222" y="559180"/>
                    </a:cubicBezTo>
                    <a:cubicBezTo>
                      <a:pt x="138726" y="382994"/>
                      <a:pt x="143984" y="206848"/>
                      <a:pt x="148995" y="30749"/>
                    </a:cubicBezTo>
                    <a:cubicBezTo>
                      <a:pt x="150193" y="-10514"/>
                      <a:pt x="86036" y="-10514"/>
                      <a:pt x="84838" y="3074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279501" y="5891626"/>
                <a:ext cx="295801" cy="422618"/>
              </a:xfrm>
              <a:custGeom>
                <a:avLst/>
                <a:gdLst/>
                <a:ahLst/>
                <a:cxnLst/>
                <a:rect l="l" t="t" r="r" b="b"/>
                <a:pathLst>
                  <a:path w="295801" h="422618">
                    <a:moveTo>
                      <a:pt x="272515" y="360089"/>
                    </a:moveTo>
                    <a:cubicBezTo>
                      <a:pt x="207093" y="346779"/>
                      <a:pt x="158310" y="300192"/>
                      <a:pt x="126098" y="243622"/>
                    </a:cubicBezTo>
                    <a:cubicBezTo>
                      <a:pt x="108761" y="212355"/>
                      <a:pt x="94559" y="179451"/>
                      <a:pt x="83704" y="145389"/>
                    </a:cubicBezTo>
                    <a:cubicBezTo>
                      <a:pt x="72523" y="112113"/>
                      <a:pt x="56284" y="74244"/>
                      <a:pt x="68264" y="38904"/>
                    </a:cubicBezTo>
                    <a:cubicBezTo>
                      <a:pt x="81574" y="-229"/>
                      <a:pt x="19746" y="-17000"/>
                      <a:pt x="6436" y="21867"/>
                    </a:cubicBezTo>
                    <a:cubicBezTo>
                      <a:pt x="-8605" y="65659"/>
                      <a:pt x="5105" y="111048"/>
                      <a:pt x="18881" y="153242"/>
                    </a:cubicBezTo>
                    <a:cubicBezTo>
                      <a:pt x="31919" y="195710"/>
                      <a:pt x="49289" y="236727"/>
                      <a:pt x="70726" y="275634"/>
                    </a:cubicBezTo>
                    <a:cubicBezTo>
                      <a:pt x="110658" y="345381"/>
                      <a:pt x="174815" y="405545"/>
                      <a:pt x="255677" y="421651"/>
                    </a:cubicBezTo>
                    <a:cubicBezTo>
                      <a:pt x="295808" y="429970"/>
                      <a:pt x="313112" y="368209"/>
                      <a:pt x="272515" y="36008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2465598" y="3210815"/>
                <a:ext cx="169437" cy="2368738"/>
              </a:xfrm>
              <a:custGeom>
                <a:avLst/>
                <a:gdLst/>
                <a:ahLst/>
                <a:cxnLst/>
                <a:rect l="l" t="t" r="r" b="b"/>
                <a:pathLst>
                  <a:path w="169437" h="2368738">
                    <a:moveTo>
                      <a:pt x="73159" y="540436"/>
                    </a:moveTo>
                    <a:cubicBezTo>
                      <a:pt x="68720" y="370593"/>
                      <a:pt x="65685" y="200703"/>
                      <a:pt x="64041" y="30774"/>
                    </a:cubicBezTo>
                    <a:cubicBezTo>
                      <a:pt x="63642" y="-10489"/>
                      <a:pt x="-515" y="-10556"/>
                      <a:pt x="-116" y="30774"/>
                    </a:cubicBezTo>
                    <a:cubicBezTo>
                      <a:pt x="6007" y="630816"/>
                      <a:pt x="28615" y="1230345"/>
                      <a:pt x="67701" y="1829369"/>
                    </a:cubicBezTo>
                    <a:cubicBezTo>
                      <a:pt x="78836" y="1998946"/>
                      <a:pt x="91281" y="2168410"/>
                      <a:pt x="105038" y="2337767"/>
                    </a:cubicBezTo>
                    <a:cubicBezTo>
                      <a:pt x="108299" y="2378631"/>
                      <a:pt x="172522" y="2378964"/>
                      <a:pt x="169195" y="2337767"/>
                    </a:cubicBezTo>
                    <a:cubicBezTo>
                      <a:pt x="120611" y="1739676"/>
                      <a:pt x="88599" y="1140565"/>
                      <a:pt x="73159" y="540436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>
                <a:off x="2412201" y="5125504"/>
                <a:ext cx="78867" cy="519288"/>
              </a:xfrm>
              <a:custGeom>
                <a:avLst/>
                <a:gdLst/>
                <a:ahLst/>
                <a:cxnLst/>
                <a:rect l="l" t="t" r="r" b="b"/>
                <a:pathLst>
                  <a:path w="78867" h="519288">
                    <a:moveTo>
                      <a:pt x="64195" y="30549"/>
                    </a:moveTo>
                    <a:cubicBezTo>
                      <a:pt x="60535" y="-10248"/>
                      <a:pt x="-3689" y="-10647"/>
                      <a:pt x="38" y="30549"/>
                    </a:cubicBezTo>
                    <a:cubicBezTo>
                      <a:pt x="13602" y="182689"/>
                      <a:pt x="17688" y="335522"/>
                      <a:pt x="12284" y="488168"/>
                    </a:cubicBezTo>
                    <a:cubicBezTo>
                      <a:pt x="10820" y="529431"/>
                      <a:pt x="74977" y="529364"/>
                      <a:pt x="76441" y="488168"/>
                    </a:cubicBezTo>
                    <a:cubicBezTo>
                      <a:pt x="81845" y="335522"/>
                      <a:pt x="77759" y="182689"/>
                      <a:pt x="64195" y="3054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2366902" y="2609267"/>
                <a:ext cx="83019" cy="326176"/>
              </a:xfrm>
              <a:custGeom>
                <a:avLst/>
                <a:gdLst/>
                <a:ahLst/>
                <a:cxnLst/>
                <a:rect l="l" t="t" r="r" b="b"/>
                <a:pathLst>
                  <a:path w="83019" h="326176">
                    <a:moveTo>
                      <a:pt x="64039" y="31880"/>
                    </a:moveTo>
                    <a:cubicBezTo>
                      <a:pt x="64039" y="14164"/>
                      <a:pt x="49677" y="-199"/>
                      <a:pt x="31961" y="-199"/>
                    </a:cubicBezTo>
                    <a:cubicBezTo>
                      <a:pt x="14244" y="-199"/>
                      <a:pt x="-118" y="14164"/>
                      <a:pt x="-118" y="31880"/>
                    </a:cubicBezTo>
                    <a:cubicBezTo>
                      <a:pt x="4587" y="119331"/>
                      <a:pt x="10843" y="206668"/>
                      <a:pt x="18650" y="293899"/>
                    </a:cubicBezTo>
                    <a:cubicBezTo>
                      <a:pt x="19269" y="311356"/>
                      <a:pt x="33272" y="325359"/>
                      <a:pt x="50729" y="325978"/>
                    </a:cubicBezTo>
                    <a:cubicBezTo>
                      <a:pt x="66901" y="325978"/>
                      <a:pt x="84338" y="311270"/>
                      <a:pt x="82807" y="293899"/>
                    </a:cubicBezTo>
                    <a:cubicBezTo>
                      <a:pt x="75040" y="206668"/>
                      <a:pt x="68784" y="119331"/>
                      <a:pt x="64039" y="31880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>
                <a:off x="553931" y="2687708"/>
                <a:ext cx="65754" cy="650522"/>
              </a:xfrm>
              <a:custGeom>
                <a:avLst/>
                <a:gdLst/>
                <a:ahLst/>
                <a:cxnLst/>
                <a:rect l="l" t="t" r="r" b="b"/>
                <a:pathLst>
                  <a:path w="65754" h="650522">
                    <a:moveTo>
                      <a:pt x="64039" y="30774"/>
                    </a:moveTo>
                    <a:cubicBezTo>
                      <a:pt x="64039" y="-10489"/>
                      <a:pt x="-185" y="-10556"/>
                      <a:pt x="-118" y="30774"/>
                    </a:cubicBezTo>
                    <a:lnTo>
                      <a:pt x="1479" y="619302"/>
                    </a:lnTo>
                    <a:cubicBezTo>
                      <a:pt x="1479" y="660631"/>
                      <a:pt x="65769" y="660698"/>
                      <a:pt x="65636" y="619302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>
                <a:off x="695489" y="3061162"/>
                <a:ext cx="64157" cy="206846"/>
              </a:xfrm>
              <a:custGeom>
                <a:avLst/>
                <a:gdLst/>
                <a:ahLst/>
                <a:cxnLst/>
                <a:rect l="l" t="t" r="r" b="b"/>
                <a:pathLst>
                  <a:path w="64157" h="206846">
                    <a:moveTo>
                      <a:pt x="31961" y="-199"/>
                    </a:moveTo>
                    <a:cubicBezTo>
                      <a:pt x="14351" y="54"/>
                      <a:pt x="135" y="14270"/>
                      <a:pt x="-118" y="31880"/>
                    </a:cubicBezTo>
                    <a:lnTo>
                      <a:pt x="-118" y="174570"/>
                    </a:lnTo>
                    <a:cubicBezTo>
                      <a:pt x="-118" y="192286"/>
                      <a:pt x="14244" y="206648"/>
                      <a:pt x="31961" y="206648"/>
                    </a:cubicBezTo>
                    <a:cubicBezTo>
                      <a:pt x="49677" y="206648"/>
                      <a:pt x="64039" y="192286"/>
                      <a:pt x="64039" y="174570"/>
                    </a:cubicBezTo>
                    <a:lnTo>
                      <a:pt x="64039" y="31880"/>
                    </a:lnTo>
                    <a:cubicBezTo>
                      <a:pt x="63859" y="14237"/>
                      <a:pt x="49604" y="-19"/>
                      <a:pt x="31961" y="-19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>
                <a:off x="753922" y="1892225"/>
                <a:ext cx="1352756" cy="297958"/>
              </a:xfrm>
              <a:custGeom>
                <a:avLst/>
                <a:gdLst/>
                <a:ahLst/>
                <a:cxnLst/>
                <a:rect l="l" t="t" r="r" b="b"/>
                <a:pathLst>
                  <a:path w="1352756" h="297958">
                    <a:moveTo>
                      <a:pt x="1352639" y="84790"/>
                    </a:moveTo>
                    <a:lnTo>
                      <a:pt x="1352639" y="297759"/>
                    </a:lnTo>
                    <a:lnTo>
                      <a:pt x="-118" y="297759"/>
                    </a:lnTo>
                    <a:lnTo>
                      <a:pt x="-118" y="84790"/>
                    </a:lnTo>
                    <a:cubicBezTo>
                      <a:pt x="-191" y="37923"/>
                      <a:pt x="37737" y="-125"/>
                      <a:pt x="84604" y="-199"/>
                    </a:cubicBezTo>
                    <a:lnTo>
                      <a:pt x="1267983" y="-199"/>
                    </a:lnTo>
                    <a:cubicBezTo>
                      <a:pt x="1314823" y="-85"/>
                      <a:pt x="1352712" y="37950"/>
                      <a:pt x="1352639" y="84790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>
                <a:off x="1104857" y="1490910"/>
                <a:ext cx="650888" cy="401181"/>
              </a:xfrm>
              <a:custGeom>
                <a:avLst/>
                <a:gdLst/>
                <a:ahLst/>
                <a:cxnLst/>
                <a:rect l="l" t="t" r="r" b="b"/>
                <a:pathLst>
                  <a:path w="650888" h="401181">
                    <a:moveTo>
                      <a:pt x="650771" y="84657"/>
                    </a:moveTo>
                    <a:lnTo>
                      <a:pt x="650771" y="400983"/>
                    </a:lnTo>
                    <a:lnTo>
                      <a:pt x="-118" y="400983"/>
                    </a:lnTo>
                    <a:lnTo>
                      <a:pt x="-118" y="84657"/>
                    </a:lnTo>
                    <a:cubicBezTo>
                      <a:pt x="-12" y="37890"/>
                      <a:pt x="37837" y="-19"/>
                      <a:pt x="84604" y="-199"/>
                    </a:cubicBezTo>
                    <a:lnTo>
                      <a:pt x="566115" y="-199"/>
                    </a:lnTo>
                    <a:cubicBezTo>
                      <a:pt x="612902" y="-85"/>
                      <a:pt x="650771" y="37870"/>
                      <a:pt x="650771" y="84657"/>
                    </a:cubicBezTo>
                    <a:close/>
                  </a:path>
                </a:pathLst>
              </a:custGeom>
              <a:solidFill>
                <a:srgbClr val="50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3" name="AutoShape 33"/>
              <p:cNvSpPr/>
              <p:nvPr/>
            </p:nvSpPr>
            <p:spPr>
              <a:xfrm>
                <a:off x="1183592" y="1474646"/>
                <a:ext cx="96961" cy="455672"/>
              </a:xfrm>
              <a:custGeom>
                <a:avLst/>
                <a:gdLst/>
                <a:ahLst/>
                <a:cxnLst/>
                <a:rect l="l" t="t" r="r" b="b"/>
                <a:pathLst>
                  <a:path w="96961" h="455672">
                    <a:moveTo>
                      <a:pt x="64169" y="30574"/>
                    </a:moveTo>
                    <a:cubicBezTo>
                      <a:pt x="60841" y="-10289"/>
                      <a:pt x="-3382" y="-10622"/>
                      <a:pt x="12" y="30574"/>
                    </a:cubicBezTo>
                    <a:lnTo>
                      <a:pt x="32556" y="424701"/>
                    </a:lnTo>
                    <a:cubicBezTo>
                      <a:pt x="35950" y="465565"/>
                      <a:pt x="100108" y="465897"/>
                      <a:pt x="96713" y="424701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4" name="AutoShape 34"/>
              <p:cNvSpPr/>
              <p:nvPr/>
            </p:nvSpPr>
            <p:spPr>
              <a:xfrm>
                <a:off x="1381318" y="1471959"/>
                <a:ext cx="85846" cy="470779"/>
              </a:xfrm>
              <a:custGeom>
                <a:avLst/>
                <a:gdLst/>
                <a:ahLst/>
                <a:cxnLst/>
                <a:rect l="l" t="t" r="r" b="b"/>
                <a:pathLst>
                  <a:path w="85846" h="470779">
                    <a:moveTo>
                      <a:pt x="64039" y="30799"/>
                    </a:moveTo>
                    <a:cubicBezTo>
                      <a:pt x="64039" y="-10464"/>
                      <a:pt x="-251" y="-10597"/>
                      <a:pt x="-118" y="30799"/>
                    </a:cubicBezTo>
                    <a:cubicBezTo>
                      <a:pt x="501" y="166966"/>
                      <a:pt x="7689" y="302867"/>
                      <a:pt x="21445" y="438502"/>
                    </a:cubicBezTo>
                    <a:cubicBezTo>
                      <a:pt x="23242" y="455740"/>
                      <a:pt x="34756" y="470581"/>
                      <a:pt x="53524" y="470581"/>
                    </a:cubicBezTo>
                    <a:cubicBezTo>
                      <a:pt x="69563" y="470581"/>
                      <a:pt x="87399" y="455873"/>
                      <a:pt x="85603" y="438502"/>
                    </a:cubicBezTo>
                    <a:cubicBezTo>
                      <a:pt x="71806" y="303000"/>
                      <a:pt x="64618" y="167099"/>
                      <a:pt x="64039" y="3079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5" name="AutoShape 35"/>
              <p:cNvSpPr/>
              <p:nvPr/>
            </p:nvSpPr>
            <p:spPr>
              <a:xfrm>
                <a:off x="1566321" y="1476535"/>
                <a:ext cx="93799" cy="447627"/>
              </a:xfrm>
              <a:custGeom>
                <a:avLst/>
                <a:gdLst/>
                <a:ahLst/>
                <a:cxnLst/>
                <a:rect l="l" t="t" r="r" b="b"/>
                <a:pathLst>
                  <a:path w="93799" h="447627">
                    <a:moveTo>
                      <a:pt x="29379" y="30549"/>
                    </a:moveTo>
                    <a:cubicBezTo>
                      <a:pt x="18112" y="158996"/>
                      <a:pt x="8302" y="287663"/>
                      <a:pt x="-37" y="416557"/>
                    </a:cubicBezTo>
                    <a:cubicBezTo>
                      <a:pt x="-2700" y="457819"/>
                      <a:pt x="61458" y="457620"/>
                      <a:pt x="64120" y="416557"/>
                    </a:cubicBezTo>
                    <a:cubicBezTo>
                      <a:pt x="72459" y="287890"/>
                      <a:pt x="82269" y="159216"/>
                      <a:pt x="93536" y="30549"/>
                    </a:cubicBezTo>
                    <a:cubicBezTo>
                      <a:pt x="97130" y="-10581"/>
                      <a:pt x="33039" y="-10314"/>
                      <a:pt x="29379" y="3054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6" name="AutoShape 36"/>
              <p:cNvSpPr/>
              <p:nvPr/>
            </p:nvSpPr>
            <p:spPr>
              <a:xfrm>
                <a:off x="3681856" y="3840695"/>
                <a:ext cx="2861779" cy="1538218"/>
              </a:xfrm>
              <a:custGeom>
                <a:avLst/>
                <a:gdLst/>
                <a:ahLst/>
                <a:cxnLst/>
                <a:rect l="l" t="t" r="r" b="b"/>
                <a:pathLst>
                  <a:path w="2861779" h="1538218">
                    <a:moveTo>
                      <a:pt x="2861662" y="142427"/>
                    </a:moveTo>
                    <a:cubicBezTo>
                      <a:pt x="2861662" y="142427"/>
                      <a:pt x="917116" y="-625529"/>
                      <a:pt x="-118" y="1402542"/>
                    </a:cubicBezTo>
                    <a:cubicBezTo>
                      <a:pt x="-384" y="1402542"/>
                      <a:pt x="1675887" y="2147803"/>
                      <a:pt x="2861662" y="142427"/>
                    </a:cubicBezTo>
                    <a:close/>
                  </a:path>
                </a:pathLst>
              </a:custGeom>
              <a:solidFill>
                <a:srgbClr val="48CCC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7" name="AutoShape 37"/>
              <p:cNvSpPr/>
              <p:nvPr/>
            </p:nvSpPr>
            <p:spPr>
              <a:xfrm>
                <a:off x="3911341" y="4102160"/>
                <a:ext cx="2263968" cy="1019704"/>
              </a:xfrm>
              <a:custGeom>
                <a:avLst/>
                <a:gdLst/>
                <a:ahLst/>
                <a:cxnLst/>
                <a:rect l="l" t="t" r="r" b="b"/>
                <a:pathLst>
                  <a:path w="2263968" h="1019704">
                    <a:moveTo>
                      <a:pt x="1702632" y="612580"/>
                    </a:moveTo>
                    <a:cubicBezTo>
                      <a:pt x="1734710" y="615574"/>
                      <a:pt x="1740434" y="565992"/>
                      <a:pt x="1708355" y="562865"/>
                    </a:cubicBezTo>
                    <a:lnTo>
                      <a:pt x="1254463" y="520204"/>
                    </a:lnTo>
                    <a:cubicBezTo>
                      <a:pt x="1423994" y="451920"/>
                      <a:pt x="1593597" y="383884"/>
                      <a:pt x="1763261" y="316086"/>
                    </a:cubicBezTo>
                    <a:cubicBezTo>
                      <a:pt x="1925032" y="251749"/>
                      <a:pt x="2086975" y="187725"/>
                      <a:pt x="2249098" y="124014"/>
                    </a:cubicBezTo>
                    <a:cubicBezTo>
                      <a:pt x="2279047" y="112234"/>
                      <a:pt x="2258815" y="66512"/>
                      <a:pt x="2229132" y="78225"/>
                    </a:cubicBezTo>
                    <a:cubicBezTo>
                      <a:pt x="1891489" y="211019"/>
                      <a:pt x="1554438" y="345216"/>
                      <a:pt x="1217992" y="480805"/>
                    </a:cubicBezTo>
                    <a:cubicBezTo>
                      <a:pt x="1341248" y="337582"/>
                      <a:pt x="1459513" y="190367"/>
                      <a:pt x="1572787" y="39159"/>
                    </a:cubicBezTo>
                    <a:cubicBezTo>
                      <a:pt x="1592087" y="13336"/>
                      <a:pt x="1551623" y="-16014"/>
                      <a:pt x="1532322" y="9809"/>
                    </a:cubicBezTo>
                    <a:cubicBezTo>
                      <a:pt x="1401259" y="185242"/>
                      <a:pt x="1263361" y="355219"/>
                      <a:pt x="1118629" y="519738"/>
                    </a:cubicBezTo>
                    <a:cubicBezTo>
                      <a:pt x="1118229" y="520204"/>
                      <a:pt x="1118030" y="520736"/>
                      <a:pt x="1117697" y="521202"/>
                    </a:cubicBezTo>
                    <a:cubicBezTo>
                      <a:pt x="910936" y="604660"/>
                      <a:pt x="704316" y="688563"/>
                      <a:pt x="497822" y="772906"/>
                    </a:cubicBezTo>
                    <a:cubicBezTo>
                      <a:pt x="440121" y="796532"/>
                      <a:pt x="382485" y="820424"/>
                      <a:pt x="324784" y="844117"/>
                    </a:cubicBezTo>
                    <a:lnTo>
                      <a:pt x="700409" y="405666"/>
                    </a:lnTo>
                    <a:cubicBezTo>
                      <a:pt x="721307" y="381241"/>
                      <a:pt x="680443" y="351958"/>
                      <a:pt x="659878" y="376316"/>
                    </a:cubicBezTo>
                    <a:lnTo>
                      <a:pt x="223224" y="885846"/>
                    </a:lnTo>
                    <a:cubicBezTo>
                      <a:pt x="153696" y="914464"/>
                      <a:pt x="84129" y="943082"/>
                      <a:pt x="14514" y="971700"/>
                    </a:cubicBezTo>
                    <a:cubicBezTo>
                      <a:pt x="-15236" y="984012"/>
                      <a:pt x="4930" y="1029734"/>
                      <a:pt x="34480" y="1017422"/>
                    </a:cubicBezTo>
                    <a:cubicBezTo>
                      <a:pt x="107954" y="987074"/>
                      <a:pt x="181496" y="956792"/>
                      <a:pt x="255103" y="926577"/>
                    </a:cubicBezTo>
                    <a:cubicBezTo>
                      <a:pt x="470069" y="946143"/>
                      <a:pt x="685548" y="956972"/>
                      <a:pt x="901532" y="959055"/>
                    </a:cubicBezTo>
                    <a:cubicBezTo>
                      <a:pt x="933478" y="959055"/>
                      <a:pt x="939401" y="909672"/>
                      <a:pt x="907256" y="909406"/>
                    </a:cubicBezTo>
                    <a:cubicBezTo>
                      <a:pt x="723437" y="907676"/>
                      <a:pt x="539903" y="899470"/>
                      <a:pt x="356663" y="884782"/>
                    </a:cubicBezTo>
                    <a:cubicBezTo>
                      <a:pt x="621810" y="775987"/>
                      <a:pt x="887244" y="668018"/>
                      <a:pt x="1152970" y="560868"/>
                    </a:cubicBezTo>
                    <a:close/>
                  </a:path>
                </a:pathLst>
              </a:custGeom>
              <a:solidFill>
                <a:srgbClr val="13A39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8" name="AutoShape 38"/>
              <p:cNvSpPr/>
              <p:nvPr/>
            </p:nvSpPr>
            <p:spPr>
              <a:xfrm>
                <a:off x="2721169" y="1927831"/>
                <a:ext cx="1265881" cy="3126527"/>
              </a:xfrm>
              <a:custGeom>
                <a:avLst/>
                <a:gdLst/>
                <a:ahLst/>
                <a:cxnLst/>
                <a:rect l="l" t="t" r="r" b="b"/>
                <a:pathLst>
                  <a:path w="1265881" h="3126527">
                    <a:moveTo>
                      <a:pt x="630666" y="-199"/>
                    </a:moveTo>
                    <a:cubicBezTo>
                      <a:pt x="630666" y="-199"/>
                      <a:pt x="-827511" y="1498043"/>
                      <a:pt x="690231" y="3126330"/>
                    </a:cubicBezTo>
                    <a:cubicBezTo>
                      <a:pt x="690231" y="3126330"/>
                      <a:pt x="2024020" y="1866880"/>
                      <a:pt x="630666" y="-199"/>
                    </a:cubicBezTo>
                    <a:close/>
                  </a:path>
                </a:pathLst>
              </a:custGeom>
              <a:solidFill>
                <a:srgbClr val="48CCC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9" name="AutoShape 39"/>
              <p:cNvSpPr/>
              <p:nvPr/>
            </p:nvSpPr>
            <p:spPr>
              <a:xfrm>
                <a:off x="3043069" y="2351394"/>
                <a:ext cx="639244" cy="2435868"/>
              </a:xfrm>
              <a:custGeom>
                <a:avLst/>
                <a:gdLst/>
                <a:ahLst/>
                <a:cxnLst/>
                <a:rect l="l" t="t" r="r" b="b"/>
                <a:pathLst>
                  <a:path w="639244" h="2435868">
                    <a:moveTo>
                      <a:pt x="625492" y="715893"/>
                    </a:moveTo>
                    <a:cubicBezTo>
                      <a:pt x="640666" y="687474"/>
                      <a:pt x="597007" y="663049"/>
                      <a:pt x="581833" y="691467"/>
                    </a:cubicBezTo>
                    <a:lnTo>
                      <a:pt x="367532" y="1093914"/>
                    </a:lnTo>
                    <a:cubicBezTo>
                      <a:pt x="369881" y="911159"/>
                      <a:pt x="372477" y="728424"/>
                      <a:pt x="375319" y="545716"/>
                    </a:cubicBezTo>
                    <a:cubicBezTo>
                      <a:pt x="378294" y="371614"/>
                      <a:pt x="381622" y="197531"/>
                      <a:pt x="385302" y="23475"/>
                    </a:cubicBezTo>
                    <a:cubicBezTo>
                      <a:pt x="385967" y="-8737"/>
                      <a:pt x="335986" y="-7739"/>
                      <a:pt x="335321" y="24406"/>
                    </a:cubicBezTo>
                    <a:cubicBezTo>
                      <a:pt x="327733" y="387120"/>
                      <a:pt x="321631" y="749834"/>
                      <a:pt x="317018" y="1112548"/>
                    </a:cubicBezTo>
                    <a:cubicBezTo>
                      <a:pt x="232363" y="943684"/>
                      <a:pt x="142117" y="777807"/>
                      <a:pt x="46281" y="614932"/>
                    </a:cubicBezTo>
                    <a:cubicBezTo>
                      <a:pt x="29909" y="587245"/>
                      <a:pt x="-12818" y="613201"/>
                      <a:pt x="3554" y="640954"/>
                    </a:cubicBezTo>
                    <a:cubicBezTo>
                      <a:pt x="114964" y="829519"/>
                      <a:pt x="218653" y="1022303"/>
                      <a:pt x="314623" y="1219300"/>
                    </a:cubicBezTo>
                    <a:cubicBezTo>
                      <a:pt x="314623" y="1219832"/>
                      <a:pt x="315355" y="1220165"/>
                      <a:pt x="315687" y="1220697"/>
                    </a:cubicBezTo>
                    <a:cubicBezTo>
                      <a:pt x="312939" y="1443696"/>
                      <a:pt x="310716" y="1666689"/>
                      <a:pt x="309032" y="1889688"/>
                    </a:cubicBezTo>
                    <a:cubicBezTo>
                      <a:pt x="308566" y="1952048"/>
                      <a:pt x="308433" y="2014409"/>
                      <a:pt x="308034" y="2076769"/>
                    </a:cubicBezTo>
                    <a:cubicBezTo>
                      <a:pt x="221429" y="1904929"/>
                      <a:pt x="134910" y="1733089"/>
                      <a:pt x="48477" y="1561249"/>
                    </a:cubicBezTo>
                    <a:cubicBezTo>
                      <a:pt x="34035" y="1532564"/>
                      <a:pt x="-8625" y="1558720"/>
                      <a:pt x="5816" y="1587338"/>
                    </a:cubicBezTo>
                    <a:cubicBezTo>
                      <a:pt x="106445" y="1786997"/>
                      <a:pt x="207093" y="1986656"/>
                      <a:pt x="307767" y="2186315"/>
                    </a:cubicBezTo>
                    <a:cubicBezTo>
                      <a:pt x="307368" y="2261587"/>
                      <a:pt x="306836" y="2336791"/>
                      <a:pt x="306570" y="2411996"/>
                    </a:cubicBezTo>
                    <a:cubicBezTo>
                      <a:pt x="306570" y="2444208"/>
                      <a:pt x="356418" y="2443210"/>
                      <a:pt x="356551" y="2411064"/>
                    </a:cubicBezTo>
                    <a:cubicBezTo>
                      <a:pt x="356551" y="2331201"/>
                      <a:pt x="357350" y="2252003"/>
                      <a:pt x="357749" y="2172472"/>
                    </a:cubicBezTo>
                    <a:cubicBezTo>
                      <a:pt x="458643" y="1981684"/>
                      <a:pt x="551685" y="1787017"/>
                      <a:pt x="636872" y="1588469"/>
                    </a:cubicBezTo>
                    <a:cubicBezTo>
                      <a:pt x="649451" y="1559119"/>
                      <a:pt x="605859" y="1534495"/>
                      <a:pt x="593214" y="1564044"/>
                    </a:cubicBezTo>
                    <a:cubicBezTo>
                      <a:pt x="520804" y="1733002"/>
                      <a:pt x="442517" y="1899205"/>
                      <a:pt x="358348" y="2062659"/>
                    </a:cubicBezTo>
                    <a:cubicBezTo>
                      <a:pt x="360032" y="1776169"/>
                      <a:pt x="362674" y="1489658"/>
                      <a:pt x="366268" y="1203127"/>
                    </a:cubicBezTo>
                    <a:close/>
                  </a:path>
                </a:pathLst>
              </a:custGeom>
              <a:solidFill>
                <a:srgbClr val="13A39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/>
              <p:cNvSpPr/>
              <p:nvPr/>
            </p:nvSpPr>
            <p:spPr>
              <a:xfrm>
                <a:off x="3231579" y="2320996"/>
                <a:ext cx="2071612" cy="2997768"/>
              </a:xfrm>
              <a:custGeom>
                <a:avLst/>
                <a:gdLst/>
                <a:ahLst/>
                <a:cxnLst/>
                <a:rect l="l" t="t" r="r" b="b"/>
                <a:pathLst>
                  <a:path w="2071611" h="2997768">
                    <a:moveTo>
                      <a:pt x="1630278" y="1306068"/>
                    </a:moveTo>
                    <a:cubicBezTo>
                      <a:pt x="1707612" y="1251428"/>
                      <a:pt x="1794797" y="1207037"/>
                      <a:pt x="1890700" y="1220880"/>
                    </a:cubicBezTo>
                    <a:cubicBezTo>
                      <a:pt x="1975355" y="1233059"/>
                      <a:pt x="2060077" y="1291626"/>
                      <a:pt x="2070393" y="1381939"/>
                    </a:cubicBezTo>
                    <a:cubicBezTo>
                      <a:pt x="2080709" y="1472251"/>
                      <a:pt x="2016685" y="1548321"/>
                      <a:pt x="1956720" y="1607087"/>
                    </a:cubicBezTo>
                    <a:cubicBezTo>
                      <a:pt x="1813491" y="1746336"/>
                      <a:pt x="1650636" y="1863849"/>
                      <a:pt x="1473346" y="1955892"/>
                    </a:cubicBezTo>
                    <a:cubicBezTo>
                      <a:pt x="1524858" y="1954228"/>
                      <a:pt x="1576170" y="1957289"/>
                      <a:pt x="1625552" y="1972929"/>
                    </a:cubicBezTo>
                    <a:cubicBezTo>
                      <a:pt x="1696098" y="1995224"/>
                      <a:pt x="1763983" y="2047136"/>
                      <a:pt x="1786345" y="2120011"/>
                    </a:cubicBezTo>
                    <a:cubicBezTo>
                      <a:pt x="1831933" y="2269423"/>
                      <a:pt x="1696165" y="2382231"/>
                      <a:pt x="1584889" y="2452244"/>
                    </a:cubicBezTo>
                    <a:cubicBezTo>
                      <a:pt x="1438658" y="2543309"/>
                      <a:pt x="1285493" y="2622726"/>
                      <a:pt x="1126804" y="2689772"/>
                    </a:cubicBezTo>
                    <a:cubicBezTo>
                      <a:pt x="805752" y="2826871"/>
                      <a:pt x="467929" y="2919380"/>
                      <a:pt x="128509" y="2997047"/>
                    </a:cubicBezTo>
                    <a:cubicBezTo>
                      <a:pt x="109940" y="3001373"/>
                      <a:pt x="103485" y="2977813"/>
                      <a:pt x="111072" y="2965368"/>
                    </a:cubicBezTo>
                    <a:cubicBezTo>
                      <a:pt x="159775" y="2885604"/>
                      <a:pt x="194796" y="2798260"/>
                      <a:pt x="214695" y="2706943"/>
                    </a:cubicBezTo>
                    <a:cubicBezTo>
                      <a:pt x="225164" y="2658246"/>
                      <a:pt x="231513" y="2608757"/>
                      <a:pt x="233662" y="2558995"/>
                    </a:cubicBezTo>
                    <a:cubicBezTo>
                      <a:pt x="225503" y="2509946"/>
                      <a:pt x="214076" y="2461502"/>
                      <a:pt x="199454" y="2413976"/>
                    </a:cubicBezTo>
                    <a:cubicBezTo>
                      <a:pt x="159522" y="2283865"/>
                      <a:pt x="102021" y="2160276"/>
                      <a:pt x="58961" y="2031296"/>
                    </a:cubicBezTo>
                    <a:cubicBezTo>
                      <a:pt x="15901" y="1902317"/>
                      <a:pt x="-16111" y="1761756"/>
                      <a:pt x="8380" y="1626388"/>
                    </a:cubicBezTo>
                    <a:cubicBezTo>
                      <a:pt x="18297" y="1572213"/>
                      <a:pt x="45051" y="1508722"/>
                      <a:pt x="101954" y="1490686"/>
                    </a:cubicBezTo>
                    <a:cubicBezTo>
                      <a:pt x="160055" y="1472584"/>
                      <a:pt x="212831" y="1510053"/>
                      <a:pt x="253096" y="1547988"/>
                    </a:cubicBezTo>
                    <a:cubicBezTo>
                      <a:pt x="327409" y="1618667"/>
                      <a:pt x="391014" y="1699802"/>
                      <a:pt x="441907" y="1788843"/>
                    </a:cubicBezTo>
                    <a:cubicBezTo>
                      <a:pt x="428064" y="1700661"/>
                      <a:pt x="416018" y="1612345"/>
                      <a:pt x="409695" y="1523563"/>
                    </a:cubicBezTo>
                    <a:cubicBezTo>
                      <a:pt x="401642" y="1408227"/>
                      <a:pt x="403040" y="1291559"/>
                      <a:pt x="423006" y="1177487"/>
                    </a:cubicBezTo>
                    <a:cubicBezTo>
                      <a:pt x="440908" y="1077325"/>
                      <a:pt x="467862" y="945617"/>
                      <a:pt x="562035" y="888847"/>
                    </a:cubicBezTo>
                    <a:cubicBezTo>
                      <a:pt x="606492" y="862226"/>
                      <a:pt x="659868" y="856635"/>
                      <a:pt x="706455" y="881593"/>
                    </a:cubicBezTo>
                    <a:cubicBezTo>
                      <a:pt x="750979" y="905153"/>
                      <a:pt x="782059" y="946881"/>
                      <a:pt x="811276" y="986813"/>
                    </a:cubicBezTo>
                    <a:cubicBezTo>
                      <a:pt x="870948" y="1068786"/>
                      <a:pt x="925002" y="1154700"/>
                      <a:pt x="973067" y="1243974"/>
                    </a:cubicBezTo>
                    <a:cubicBezTo>
                      <a:pt x="965080" y="1049306"/>
                      <a:pt x="984314" y="853108"/>
                      <a:pt x="1039620" y="665828"/>
                    </a:cubicBezTo>
                    <a:cubicBezTo>
                      <a:pt x="1095324" y="475819"/>
                      <a:pt x="1189031" y="295261"/>
                      <a:pt x="1325798" y="150375"/>
                    </a:cubicBezTo>
                    <a:cubicBezTo>
                      <a:pt x="1390021" y="82358"/>
                      <a:pt x="1470617" y="19931"/>
                      <a:pt x="1565056" y="3226"/>
                    </a:cubicBezTo>
                    <a:cubicBezTo>
                      <a:pt x="1664885" y="-14411"/>
                      <a:pt x="1754798" y="37634"/>
                      <a:pt x="1803715" y="123487"/>
                    </a:cubicBezTo>
                    <a:cubicBezTo>
                      <a:pt x="1860418" y="223317"/>
                      <a:pt x="1856957" y="345974"/>
                      <a:pt x="1853430" y="457251"/>
                    </a:cubicBezTo>
                    <a:cubicBezTo>
                      <a:pt x="1849756" y="563955"/>
                      <a:pt x="1837470" y="670180"/>
                      <a:pt x="1816693" y="774908"/>
                    </a:cubicBezTo>
                    <a:cubicBezTo>
                      <a:pt x="1779816" y="959839"/>
                      <a:pt x="1717063" y="1138654"/>
                      <a:pt x="1630278" y="1306068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3525570" y="2766147"/>
                <a:ext cx="1279067" cy="2422212"/>
              </a:xfrm>
              <a:custGeom>
                <a:avLst/>
                <a:gdLst/>
                <a:ahLst/>
                <a:cxnLst/>
                <a:rect l="l" t="t" r="r" b="b"/>
                <a:pathLst>
                  <a:path w="1279067" h="2422212">
                    <a:moveTo>
                      <a:pt x="1267072" y="29736"/>
                    </a:moveTo>
                    <a:cubicBezTo>
                      <a:pt x="1277720" y="-679"/>
                      <a:pt x="1229270" y="-12991"/>
                      <a:pt x="1218687" y="17158"/>
                    </a:cubicBezTo>
                    <a:cubicBezTo>
                      <a:pt x="1048578" y="501597"/>
                      <a:pt x="857904" y="982176"/>
                      <a:pt x="618313" y="1436667"/>
                    </a:cubicBezTo>
                    <a:cubicBezTo>
                      <a:pt x="586813" y="1251383"/>
                      <a:pt x="560192" y="1065348"/>
                      <a:pt x="538449" y="878554"/>
                    </a:cubicBezTo>
                    <a:cubicBezTo>
                      <a:pt x="534855" y="846874"/>
                      <a:pt x="484807" y="846874"/>
                      <a:pt x="488401" y="878554"/>
                    </a:cubicBezTo>
                    <a:cubicBezTo>
                      <a:pt x="512407" y="1089174"/>
                      <a:pt x="542822" y="1298922"/>
                      <a:pt x="579646" y="1507812"/>
                    </a:cubicBezTo>
                    <a:cubicBezTo>
                      <a:pt x="506969" y="1641916"/>
                      <a:pt x="430167" y="1774024"/>
                      <a:pt x="347841" y="1902605"/>
                    </a:cubicBezTo>
                    <a:cubicBezTo>
                      <a:pt x="310239" y="1961438"/>
                      <a:pt x="271106" y="2019339"/>
                      <a:pt x="231307" y="2076774"/>
                    </a:cubicBezTo>
                    <a:cubicBezTo>
                      <a:pt x="202243" y="1888163"/>
                      <a:pt x="170364" y="1700037"/>
                      <a:pt x="135670" y="1512404"/>
                    </a:cubicBezTo>
                    <a:cubicBezTo>
                      <a:pt x="129747" y="1480792"/>
                      <a:pt x="81696" y="1494502"/>
                      <a:pt x="87552" y="1525715"/>
                    </a:cubicBezTo>
                    <a:cubicBezTo>
                      <a:pt x="125355" y="1728216"/>
                      <a:pt x="159629" y="1931376"/>
                      <a:pt x="190377" y="2135207"/>
                    </a:cubicBezTo>
                    <a:cubicBezTo>
                      <a:pt x="131191" y="2218086"/>
                      <a:pt x="69650" y="2299214"/>
                      <a:pt x="5759" y="2378592"/>
                    </a:cubicBezTo>
                    <a:cubicBezTo>
                      <a:pt x="-14207" y="2403416"/>
                      <a:pt x="21465" y="2438490"/>
                      <a:pt x="41764" y="2413333"/>
                    </a:cubicBezTo>
                    <a:cubicBezTo>
                      <a:pt x="106453" y="2333469"/>
                      <a:pt x="168215" y="2251143"/>
                      <a:pt x="228112" y="2167619"/>
                    </a:cubicBezTo>
                    <a:cubicBezTo>
                      <a:pt x="432523" y="2102177"/>
                      <a:pt x="633174" y="2025528"/>
                      <a:pt x="829153" y="1938011"/>
                    </a:cubicBezTo>
                    <a:cubicBezTo>
                      <a:pt x="858436" y="1924701"/>
                      <a:pt x="832414" y="1882240"/>
                      <a:pt x="803330" y="1895217"/>
                    </a:cubicBezTo>
                    <a:cubicBezTo>
                      <a:pt x="631357" y="1971953"/>
                      <a:pt x="455457" y="2039371"/>
                      <a:pt x="276763" y="2098737"/>
                    </a:cubicBezTo>
                    <a:cubicBezTo>
                      <a:pt x="404478" y="1912860"/>
                      <a:pt x="521937" y="1720143"/>
                      <a:pt x="628628" y="1521456"/>
                    </a:cubicBezTo>
                    <a:cubicBezTo>
                      <a:pt x="839202" y="1387551"/>
                      <a:pt x="1052019" y="1257220"/>
                      <a:pt x="1267072" y="1130457"/>
                    </a:cubicBezTo>
                    <a:cubicBezTo>
                      <a:pt x="1294758" y="1114084"/>
                      <a:pt x="1269001" y="1071224"/>
                      <a:pt x="1241249" y="1087596"/>
                    </a:cubicBezTo>
                    <a:cubicBezTo>
                      <a:pt x="1051040" y="1200024"/>
                      <a:pt x="862609" y="1315255"/>
                      <a:pt x="675948" y="1433273"/>
                    </a:cubicBezTo>
                    <a:cubicBezTo>
                      <a:pt x="819037" y="1159074"/>
                      <a:pt x="945021" y="875625"/>
                      <a:pt x="1059160" y="588049"/>
                    </a:cubicBezTo>
                    <a:cubicBezTo>
                      <a:pt x="1132768" y="403631"/>
                      <a:pt x="1201251" y="217149"/>
                      <a:pt x="1267072" y="29736"/>
                    </a:cubicBezTo>
                    <a:close/>
                  </a:path>
                </a:pathLst>
              </a:custGeom>
              <a:solidFill>
                <a:srgbClr val="FFA4C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2181112" y="4873521"/>
                <a:ext cx="3586627" cy="1489735"/>
              </a:xfrm>
              <a:custGeom>
                <a:avLst/>
                <a:gdLst/>
                <a:ahLst/>
                <a:cxnLst/>
                <a:rect l="l" t="t" r="r" b="b"/>
                <a:pathLst>
                  <a:path w="3586627" h="1489735">
                    <a:moveTo>
                      <a:pt x="2852384" y="1489537"/>
                    </a:moveTo>
                    <a:lnTo>
                      <a:pt x="733536" y="1489537"/>
                    </a:lnTo>
                    <a:cubicBezTo>
                      <a:pt x="278979" y="1489537"/>
                      <a:pt x="-65832" y="1136007"/>
                      <a:pt x="10504" y="748536"/>
                    </a:cubicBezTo>
                    <a:lnTo>
                      <a:pt x="54096" y="527180"/>
                    </a:lnTo>
                    <a:cubicBezTo>
                      <a:pt x="88437" y="353344"/>
                      <a:pt x="202642" y="206395"/>
                      <a:pt x="360772" y="112089"/>
                    </a:cubicBezTo>
                    <a:cubicBezTo>
                      <a:pt x="487003" y="37783"/>
                      <a:pt x="630984" y="-1011"/>
                      <a:pt x="777461" y="-186"/>
                    </a:cubicBezTo>
                    <a:lnTo>
                      <a:pt x="2809325" y="-186"/>
                    </a:lnTo>
                    <a:cubicBezTo>
                      <a:pt x="2942571" y="-765"/>
                      <a:pt x="3073939" y="31221"/>
                      <a:pt x="3192005" y="92989"/>
                    </a:cubicBezTo>
                    <a:cubicBezTo>
                      <a:pt x="3367438" y="185697"/>
                      <a:pt x="3495486" y="341231"/>
                      <a:pt x="3532024" y="527314"/>
                    </a:cubicBezTo>
                    <a:lnTo>
                      <a:pt x="3575949" y="748669"/>
                    </a:lnTo>
                    <a:cubicBezTo>
                      <a:pt x="3652086" y="1136141"/>
                      <a:pt x="3306875" y="1489537"/>
                      <a:pt x="2852384" y="1489537"/>
                    </a:cubicBezTo>
                    <a:close/>
                  </a:path>
                </a:pathLst>
              </a:custGeom>
              <a:solidFill>
                <a:srgbClr val="FFA4C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2285008" y="5377425"/>
                <a:ext cx="3311035" cy="285121"/>
              </a:xfrm>
              <a:custGeom>
                <a:avLst/>
                <a:gdLst/>
                <a:ahLst/>
                <a:cxnLst/>
                <a:rect l="l" t="t" r="r" b="b"/>
                <a:pathLst>
                  <a:path w="3311034" h="285121">
                    <a:moveTo>
                      <a:pt x="3270997" y="915"/>
                    </a:moveTo>
                    <a:cubicBezTo>
                      <a:pt x="2447996" y="208154"/>
                      <a:pt x="1595092" y="269869"/>
                      <a:pt x="750834" y="183270"/>
                    </a:cubicBezTo>
                    <a:cubicBezTo>
                      <a:pt x="512174" y="158732"/>
                      <a:pt x="275246" y="122194"/>
                      <a:pt x="40047" y="73657"/>
                    </a:cubicBezTo>
                    <a:cubicBezTo>
                      <a:pt x="-284" y="65405"/>
                      <a:pt x="-17521" y="126899"/>
                      <a:pt x="23010" y="135551"/>
                    </a:cubicBezTo>
                    <a:cubicBezTo>
                      <a:pt x="862902" y="307478"/>
                      <a:pt x="1726388" y="331197"/>
                      <a:pt x="2574453" y="205632"/>
                    </a:cubicBezTo>
                    <a:cubicBezTo>
                      <a:pt x="2814576" y="170139"/>
                      <a:pt x="3052457" y="122527"/>
                      <a:pt x="3288101" y="62809"/>
                    </a:cubicBezTo>
                    <a:cubicBezTo>
                      <a:pt x="3328100" y="52693"/>
                      <a:pt x="3311128" y="-9202"/>
                      <a:pt x="3270997" y="915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2331572" y="5802823"/>
                <a:ext cx="300847" cy="433508"/>
              </a:xfrm>
              <a:custGeom>
                <a:avLst/>
                <a:gdLst/>
                <a:ahLst/>
                <a:cxnLst/>
                <a:rect l="l" t="t" r="r" b="b"/>
                <a:pathLst>
                  <a:path w="300847" h="433508">
                    <a:moveTo>
                      <a:pt x="285850" y="372755"/>
                    </a:moveTo>
                    <a:cubicBezTo>
                      <a:pt x="164364" y="293977"/>
                      <a:pt x="82837" y="166541"/>
                      <a:pt x="62232" y="23219"/>
                    </a:cubicBezTo>
                    <a:cubicBezTo>
                      <a:pt x="59770" y="6048"/>
                      <a:pt x="38007" y="-3402"/>
                      <a:pt x="22833" y="790"/>
                    </a:cubicBezTo>
                    <a:cubicBezTo>
                      <a:pt x="4397" y="5849"/>
                      <a:pt x="-2125" y="23019"/>
                      <a:pt x="404" y="40256"/>
                    </a:cubicBezTo>
                    <a:cubicBezTo>
                      <a:pt x="23565" y="198720"/>
                      <a:pt x="118869" y="342141"/>
                      <a:pt x="253306" y="428128"/>
                    </a:cubicBezTo>
                    <a:cubicBezTo>
                      <a:pt x="288313" y="450423"/>
                      <a:pt x="320524" y="394918"/>
                      <a:pt x="285850" y="372755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2593243" y="6028313"/>
                <a:ext cx="135213" cy="139221"/>
              </a:xfrm>
              <a:custGeom>
                <a:avLst/>
                <a:gdLst/>
                <a:ahLst/>
                <a:cxnLst/>
                <a:rect l="l" t="t" r="r" b="b"/>
                <a:pathLst>
                  <a:path w="135213" h="139221">
                    <a:moveTo>
                      <a:pt x="133925" y="98082"/>
                    </a:moveTo>
                    <a:cubicBezTo>
                      <a:pt x="131403" y="90176"/>
                      <a:pt x="126199" y="83401"/>
                      <a:pt x="119217" y="78915"/>
                    </a:cubicBezTo>
                    <a:cubicBezTo>
                      <a:pt x="116222" y="76919"/>
                      <a:pt x="113360" y="74789"/>
                      <a:pt x="110432" y="72659"/>
                    </a:cubicBezTo>
                    <a:cubicBezTo>
                      <a:pt x="96749" y="61725"/>
                      <a:pt x="84317" y="49319"/>
                      <a:pt x="73362" y="35656"/>
                    </a:cubicBezTo>
                    <a:cubicBezTo>
                      <a:pt x="68464" y="29247"/>
                      <a:pt x="63912" y="22585"/>
                      <a:pt x="59719" y="15690"/>
                    </a:cubicBezTo>
                    <a:cubicBezTo>
                      <a:pt x="55400" y="8562"/>
                      <a:pt x="48558" y="3311"/>
                      <a:pt x="40551" y="982"/>
                    </a:cubicBezTo>
                    <a:cubicBezTo>
                      <a:pt x="23481" y="-3764"/>
                      <a:pt x="5798" y="6226"/>
                      <a:pt x="1052" y="23297"/>
                    </a:cubicBezTo>
                    <a:cubicBezTo>
                      <a:pt x="-1270" y="31663"/>
                      <a:pt x="-106" y="40607"/>
                      <a:pt x="4280" y="48101"/>
                    </a:cubicBezTo>
                    <a:cubicBezTo>
                      <a:pt x="25005" y="82729"/>
                      <a:pt x="53197" y="112285"/>
                      <a:pt x="86806" y="134620"/>
                    </a:cubicBezTo>
                    <a:cubicBezTo>
                      <a:pt x="102093" y="143572"/>
                      <a:pt x="121746" y="138440"/>
                      <a:pt x="130698" y="123153"/>
                    </a:cubicBezTo>
                    <a:cubicBezTo>
                      <a:pt x="135083" y="115659"/>
                      <a:pt x="136248" y="106714"/>
                      <a:pt x="133925" y="9834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5329218" y="5100613"/>
                <a:ext cx="61994" cy="64157"/>
              </a:xfrm>
              <a:custGeom>
                <a:avLst/>
                <a:gdLst/>
                <a:ahLst/>
                <a:cxnLst/>
                <a:rect l="l" t="t" r="r" b="b"/>
                <a:pathLst>
                  <a:path w="61994" h="64157">
                    <a:moveTo>
                      <a:pt x="30854" y="-199"/>
                    </a:moveTo>
                    <a:cubicBezTo>
                      <a:pt x="-10409" y="-199"/>
                      <a:pt x="-10475" y="63959"/>
                      <a:pt x="30854" y="63959"/>
                    </a:cubicBezTo>
                    <a:cubicBezTo>
                      <a:pt x="72184" y="63959"/>
                      <a:pt x="72250" y="-199"/>
                      <a:pt x="30854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5452704" y="5192789"/>
                <a:ext cx="67408" cy="67085"/>
              </a:xfrm>
              <a:custGeom>
                <a:avLst/>
                <a:gdLst/>
                <a:ahLst/>
                <a:cxnLst/>
                <a:rect l="l" t="t" r="r" b="b"/>
                <a:pathLst>
                  <a:path w="67408" h="67085">
                    <a:moveTo>
                      <a:pt x="64500" y="19501"/>
                    </a:moveTo>
                    <a:cubicBezTo>
                      <a:pt x="63242" y="15528"/>
                      <a:pt x="60946" y="11968"/>
                      <a:pt x="57845" y="9186"/>
                    </a:cubicBezTo>
                    <a:lnTo>
                      <a:pt x="51189" y="4128"/>
                    </a:lnTo>
                    <a:cubicBezTo>
                      <a:pt x="46278" y="1279"/>
                      <a:pt x="40694" y="-218"/>
                      <a:pt x="35017" y="-198"/>
                    </a:cubicBezTo>
                    <a:lnTo>
                      <a:pt x="26498" y="933"/>
                    </a:lnTo>
                    <a:cubicBezTo>
                      <a:pt x="21134" y="2397"/>
                      <a:pt x="16242" y="5246"/>
                      <a:pt x="12323" y="9186"/>
                    </a:cubicBezTo>
                    <a:lnTo>
                      <a:pt x="9328" y="12181"/>
                    </a:lnTo>
                    <a:cubicBezTo>
                      <a:pt x="6226" y="14963"/>
                      <a:pt x="3930" y="18523"/>
                      <a:pt x="2672" y="22496"/>
                    </a:cubicBezTo>
                    <a:cubicBezTo>
                      <a:pt x="-1048" y="30303"/>
                      <a:pt x="-1048" y="39381"/>
                      <a:pt x="2672" y="47187"/>
                    </a:cubicBezTo>
                    <a:cubicBezTo>
                      <a:pt x="3943" y="51154"/>
                      <a:pt x="6240" y="54708"/>
                      <a:pt x="9328" y="57503"/>
                    </a:cubicBezTo>
                    <a:lnTo>
                      <a:pt x="15983" y="62561"/>
                    </a:lnTo>
                    <a:cubicBezTo>
                      <a:pt x="20894" y="65410"/>
                      <a:pt x="26478" y="66907"/>
                      <a:pt x="32155" y="66887"/>
                    </a:cubicBezTo>
                    <a:lnTo>
                      <a:pt x="40674" y="65756"/>
                    </a:lnTo>
                    <a:cubicBezTo>
                      <a:pt x="46038" y="64292"/>
                      <a:pt x="50930" y="61443"/>
                      <a:pt x="54850" y="57503"/>
                    </a:cubicBezTo>
                    <a:lnTo>
                      <a:pt x="57845" y="54508"/>
                    </a:lnTo>
                    <a:cubicBezTo>
                      <a:pt x="60946" y="51726"/>
                      <a:pt x="63242" y="48166"/>
                      <a:pt x="64500" y="44193"/>
                    </a:cubicBezTo>
                    <a:cubicBezTo>
                      <a:pt x="68220" y="36386"/>
                      <a:pt x="68220" y="27308"/>
                      <a:pt x="64500" y="19501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5287622" y="5246298"/>
                <a:ext cx="61969" cy="64156"/>
              </a:xfrm>
              <a:custGeom>
                <a:avLst/>
                <a:gdLst/>
                <a:ahLst/>
                <a:cxnLst/>
                <a:rect l="l" t="t" r="r" b="b"/>
                <a:pathLst>
                  <a:path w="61969" h="64156">
                    <a:moveTo>
                      <a:pt x="30854" y="-199"/>
                    </a:moveTo>
                    <a:cubicBezTo>
                      <a:pt x="-10409" y="-199"/>
                      <a:pt x="-10475" y="63958"/>
                      <a:pt x="30854" y="63958"/>
                    </a:cubicBezTo>
                    <a:cubicBezTo>
                      <a:pt x="72184" y="63958"/>
                      <a:pt x="72184" y="-199"/>
                      <a:pt x="30854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5329009" y="5822312"/>
                <a:ext cx="253038" cy="341681"/>
              </a:xfrm>
              <a:custGeom>
                <a:avLst/>
                <a:gdLst/>
                <a:ahLst/>
                <a:cxnLst/>
                <a:rect l="l" t="t" r="r" b="b"/>
                <a:pathLst>
                  <a:path w="253038" h="341681">
                    <a:moveTo>
                      <a:pt x="228925" y="1001"/>
                    </a:moveTo>
                    <a:cubicBezTo>
                      <a:pt x="210690" y="-3990"/>
                      <a:pt x="195649" y="7191"/>
                      <a:pt x="189459" y="23430"/>
                    </a:cubicBezTo>
                    <a:cubicBezTo>
                      <a:pt x="149601" y="123446"/>
                      <a:pt x="88252" y="213485"/>
                      <a:pt x="9766" y="287179"/>
                    </a:cubicBezTo>
                    <a:cubicBezTo>
                      <a:pt x="-20316" y="315531"/>
                      <a:pt x="25073" y="360854"/>
                      <a:pt x="55155" y="332502"/>
                    </a:cubicBezTo>
                    <a:cubicBezTo>
                      <a:pt x="141169" y="250908"/>
                      <a:pt x="208134" y="151358"/>
                      <a:pt x="251287" y="40933"/>
                    </a:cubicBezTo>
                    <a:cubicBezTo>
                      <a:pt x="257676" y="24561"/>
                      <a:pt x="244299" y="5460"/>
                      <a:pt x="228925" y="1001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3024038" y="4825683"/>
                <a:ext cx="2037221" cy="64157"/>
              </a:xfrm>
              <a:custGeom>
                <a:avLst/>
                <a:gdLst/>
                <a:ahLst/>
                <a:cxnLst/>
                <a:rect l="l" t="t" r="r" b="b"/>
                <a:pathLst>
                  <a:path w="2037221" h="64157">
                    <a:moveTo>
                      <a:pt x="2006131" y="-199"/>
                    </a:moveTo>
                    <a:lnTo>
                      <a:pt x="30904" y="-199"/>
                    </a:lnTo>
                    <a:cubicBezTo>
                      <a:pt x="-10425" y="-199"/>
                      <a:pt x="-10492" y="63959"/>
                      <a:pt x="30904" y="63959"/>
                    </a:cubicBezTo>
                    <a:lnTo>
                      <a:pt x="2006131" y="63959"/>
                    </a:lnTo>
                    <a:cubicBezTo>
                      <a:pt x="2047394" y="63959"/>
                      <a:pt x="2047461" y="-199"/>
                      <a:pt x="2006131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2200069" y="4853135"/>
                <a:ext cx="633543" cy="615480"/>
              </a:xfrm>
              <a:custGeom>
                <a:avLst/>
                <a:gdLst/>
                <a:ahLst/>
                <a:cxnLst/>
                <a:rect l="l" t="t" r="r" b="b"/>
                <a:pathLst>
                  <a:path w="633543" h="615480">
                    <a:moveTo>
                      <a:pt x="593519" y="834"/>
                    </a:moveTo>
                    <a:cubicBezTo>
                      <a:pt x="306748" y="71307"/>
                      <a:pt x="80302" y="291005"/>
                      <a:pt x="1197" y="575519"/>
                    </a:cubicBezTo>
                    <a:cubicBezTo>
                      <a:pt x="-9851" y="615451"/>
                      <a:pt x="52043" y="632422"/>
                      <a:pt x="63091" y="592557"/>
                    </a:cubicBezTo>
                    <a:cubicBezTo>
                      <a:pt x="135980" y="329772"/>
                      <a:pt x="345409" y="127038"/>
                      <a:pt x="610423" y="62728"/>
                    </a:cubicBezTo>
                    <a:cubicBezTo>
                      <a:pt x="650688" y="52945"/>
                      <a:pt x="633650" y="-8883"/>
                      <a:pt x="593519" y="834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3584398" y="6328250"/>
                <a:ext cx="1548206" cy="64156"/>
              </a:xfrm>
              <a:custGeom>
                <a:avLst/>
                <a:gdLst/>
                <a:ahLst/>
                <a:cxnLst/>
                <a:rect l="l" t="t" r="r" b="b"/>
                <a:pathLst>
                  <a:path w="1548206" h="64156">
                    <a:moveTo>
                      <a:pt x="1517116" y="-199"/>
                    </a:moveTo>
                    <a:lnTo>
                      <a:pt x="30854" y="-199"/>
                    </a:lnTo>
                    <a:cubicBezTo>
                      <a:pt x="-10409" y="-199"/>
                      <a:pt x="-10475" y="63958"/>
                      <a:pt x="30854" y="63958"/>
                    </a:cubicBezTo>
                    <a:lnTo>
                      <a:pt x="1517116" y="63958"/>
                    </a:lnTo>
                    <a:cubicBezTo>
                      <a:pt x="1558379" y="63958"/>
                      <a:pt x="1558446" y="-199"/>
                      <a:pt x="1517116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5406088" y="5488298"/>
                <a:ext cx="391954" cy="798518"/>
              </a:xfrm>
              <a:custGeom>
                <a:avLst/>
                <a:gdLst/>
                <a:ahLst/>
                <a:cxnLst/>
                <a:rect l="l" t="t" r="r" b="b"/>
                <a:pathLst>
                  <a:path w="391954" h="798518">
                    <a:moveTo>
                      <a:pt x="354567" y="22948"/>
                    </a:moveTo>
                    <a:cubicBezTo>
                      <a:pt x="346847" y="-17582"/>
                      <a:pt x="285019" y="-412"/>
                      <a:pt x="292740" y="39986"/>
                    </a:cubicBezTo>
                    <a:cubicBezTo>
                      <a:pt x="306050" y="110133"/>
                      <a:pt x="325284" y="181943"/>
                      <a:pt x="327480" y="253488"/>
                    </a:cubicBezTo>
                    <a:cubicBezTo>
                      <a:pt x="328938" y="323036"/>
                      <a:pt x="314176" y="391965"/>
                      <a:pt x="284354" y="454811"/>
                    </a:cubicBezTo>
                    <a:cubicBezTo>
                      <a:pt x="227784" y="576070"/>
                      <a:pt x="126956" y="667781"/>
                      <a:pt x="14947" y="737861"/>
                    </a:cubicBezTo>
                    <a:cubicBezTo>
                      <a:pt x="-19993" y="759690"/>
                      <a:pt x="12152" y="815196"/>
                      <a:pt x="47358" y="793299"/>
                    </a:cubicBezTo>
                    <a:cubicBezTo>
                      <a:pt x="171879" y="715699"/>
                      <a:pt x="284421" y="611810"/>
                      <a:pt x="344917" y="475775"/>
                    </a:cubicBezTo>
                    <a:cubicBezTo>
                      <a:pt x="375112" y="409874"/>
                      <a:pt x="391098" y="338357"/>
                      <a:pt x="391837" y="265867"/>
                    </a:cubicBezTo>
                    <a:cubicBezTo>
                      <a:pt x="391770" y="184473"/>
                      <a:pt x="369808" y="102612"/>
                      <a:pt x="354567" y="22948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2238211" y="4156251"/>
                <a:ext cx="1619302" cy="1251122"/>
              </a:xfrm>
              <a:custGeom>
                <a:avLst/>
                <a:gdLst/>
                <a:ahLst/>
                <a:cxnLst/>
                <a:rect l="l" t="t" r="r" b="b"/>
                <a:pathLst>
                  <a:path w="1619302" h="1251122">
                    <a:moveTo>
                      <a:pt x="1563456" y="1089848"/>
                    </a:moveTo>
                    <a:cubicBezTo>
                      <a:pt x="1508350" y="1169113"/>
                      <a:pt x="1413977" y="1227813"/>
                      <a:pt x="1314880" y="1221690"/>
                    </a:cubicBezTo>
                    <a:cubicBezTo>
                      <a:pt x="1245352" y="1217677"/>
                      <a:pt x="1181288" y="1182696"/>
                      <a:pt x="1140311" y="1126386"/>
                    </a:cubicBezTo>
                    <a:cubicBezTo>
                      <a:pt x="1076154" y="1209843"/>
                      <a:pt x="970668" y="1260823"/>
                      <a:pt x="864449" y="1249309"/>
                    </a:cubicBezTo>
                    <a:cubicBezTo>
                      <a:pt x="757032" y="1237396"/>
                      <a:pt x="664324" y="1167449"/>
                      <a:pt x="618203" y="1071879"/>
                    </a:cubicBezTo>
                    <a:cubicBezTo>
                      <a:pt x="533215" y="1136369"/>
                      <a:pt x="417080" y="1135703"/>
                      <a:pt x="315387" y="1108483"/>
                    </a:cubicBezTo>
                    <a:cubicBezTo>
                      <a:pt x="212096" y="1081196"/>
                      <a:pt x="106610" y="1031148"/>
                      <a:pt x="44383" y="941035"/>
                    </a:cubicBezTo>
                    <a:cubicBezTo>
                      <a:pt x="-17845" y="850923"/>
                      <a:pt x="-13385" y="726735"/>
                      <a:pt x="48842" y="637221"/>
                    </a:cubicBezTo>
                    <a:cubicBezTo>
                      <a:pt x="97292" y="567939"/>
                      <a:pt x="173629" y="525944"/>
                      <a:pt x="255156" y="514031"/>
                    </a:cubicBezTo>
                    <a:cubicBezTo>
                      <a:pt x="172098" y="409810"/>
                      <a:pt x="195857" y="246222"/>
                      <a:pt x="303939" y="156708"/>
                    </a:cubicBezTo>
                    <a:cubicBezTo>
                      <a:pt x="437045" y="46696"/>
                      <a:pt x="643959" y="69457"/>
                      <a:pt x="768746" y="182065"/>
                    </a:cubicBezTo>
                    <a:cubicBezTo>
                      <a:pt x="806947" y="100537"/>
                      <a:pt x="882285" y="40906"/>
                      <a:pt x="969536" y="14285"/>
                    </a:cubicBezTo>
                    <a:cubicBezTo>
                      <a:pt x="1079881" y="-19391"/>
                      <a:pt x="1197946" y="7629"/>
                      <a:pt x="1289989" y="74915"/>
                    </a:cubicBezTo>
                    <a:cubicBezTo>
                      <a:pt x="1451979" y="192314"/>
                      <a:pt x="1573571" y="461787"/>
                      <a:pt x="1446588" y="640615"/>
                    </a:cubicBezTo>
                    <a:cubicBezTo>
                      <a:pt x="1620558" y="707168"/>
                      <a:pt x="1669607" y="937176"/>
                      <a:pt x="1563456" y="1089848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2598839" y="3685097"/>
                <a:ext cx="496352" cy="496352"/>
              </a:xfrm>
              <a:custGeom>
                <a:avLst/>
                <a:gdLst/>
                <a:ahLst/>
                <a:cxnLst/>
                <a:rect l="l" t="t" r="r" b="b"/>
                <a:pathLst>
                  <a:path w="496352" h="496352">
                    <a:moveTo>
                      <a:pt x="496352" y="248176"/>
                    </a:moveTo>
                    <a:cubicBezTo>
                      <a:pt x="496352" y="385240"/>
                      <a:pt x="385240" y="496352"/>
                      <a:pt x="248176" y="496352"/>
                    </a:cubicBezTo>
                    <a:cubicBezTo>
                      <a:pt x="111112" y="496352"/>
                      <a:pt x="0" y="385240"/>
                      <a:pt x="0" y="248176"/>
                    </a:cubicBezTo>
                    <a:cubicBezTo>
                      <a:pt x="0" y="111112"/>
                      <a:pt x="111112" y="0"/>
                      <a:pt x="248176" y="0"/>
                    </a:cubicBezTo>
                    <a:cubicBezTo>
                      <a:pt x="385240" y="0"/>
                      <a:pt x="496352" y="111112"/>
                      <a:pt x="496352" y="248176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3231958" y="3732682"/>
                <a:ext cx="323980" cy="323980"/>
              </a:xfrm>
              <a:custGeom>
                <a:avLst/>
                <a:gdLst/>
                <a:ahLst/>
                <a:cxnLst/>
                <a:rect l="l" t="t" r="r" b="b"/>
                <a:pathLst>
                  <a:path w="323980" h="323980">
                    <a:moveTo>
                      <a:pt x="323980" y="161990"/>
                    </a:moveTo>
                    <a:cubicBezTo>
                      <a:pt x="323980" y="251455"/>
                      <a:pt x="251455" y="323980"/>
                      <a:pt x="161990" y="323980"/>
                    </a:cubicBezTo>
                    <a:cubicBezTo>
                      <a:pt x="72526" y="323980"/>
                      <a:pt x="0" y="251455"/>
                      <a:pt x="0" y="161990"/>
                    </a:cubicBezTo>
                    <a:cubicBezTo>
                      <a:pt x="0" y="72526"/>
                      <a:pt x="72526" y="0"/>
                      <a:pt x="161990" y="0"/>
                    </a:cubicBezTo>
                    <a:cubicBezTo>
                      <a:pt x="251455" y="0"/>
                      <a:pt x="323980" y="72526"/>
                      <a:pt x="323980" y="161990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7" name="AutoShape 57"/>
              <p:cNvSpPr/>
              <p:nvPr/>
            </p:nvSpPr>
            <p:spPr>
              <a:xfrm>
                <a:off x="3000087" y="3378953"/>
                <a:ext cx="297225" cy="297225"/>
              </a:xfrm>
              <a:custGeom>
                <a:avLst/>
                <a:gdLst/>
                <a:ahLst/>
                <a:cxnLst/>
                <a:rect l="l" t="t" r="r" b="b"/>
                <a:pathLst>
                  <a:path w="297225" h="297225">
                    <a:moveTo>
                      <a:pt x="297226" y="148613"/>
                    </a:moveTo>
                    <a:cubicBezTo>
                      <a:pt x="297226" y="230690"/>
                      <a:pt x="230690" y="297226"/>
                      <a:pt x="148613" y="297226"/>
                    </a:cubicBezTo>
                    <a:cubicBezTo>
                      <a:pt x="66536" y="297226"/>
                      <a:pt x="0" y="230690"/>
                      <a:pt x="0" y="148613"/>
                    </a:cubicBezTo>
                    <a:cubicBezTo>
                      <a:pt x="0" y="66536"/>
                      <a:pt x="66536" y="0"/>
                      <a:pt x="148613" y="0"/>
                    </a:cubicBezTo>
                    <a:cubicBezTo>
                      <a:pt x="230690" y="0"/>
                      <a:pt x="297226" y="66536"/>
                      <a:pt x="297226" y="148613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8" name="AutoShape 58"/>
              <p:cNvSpPr/>
              <p:nvPr/>
            </p:nvSpPr>
            <p:spPr>
              <a:xfrm>
                <a:off x="3808573" y="4410392"/>
                <a:ext cx="222952" cy="222952"/>
              </a:xfrm>
              <a:custGeom>
                <a:avLst/>
                <a:gdLst/>
                <a:ahLst/>
                <a:cxnLst/>
                <a:rect l="l" t="t" r="r" b="b"/>
                <a:pathLst>
                  <a:path w="222951" h="222951">
                    <a:moveTo>
                      <a:pt x="222953" y="111476"/>
                    </a:moveTo>
                    <a:cubicBezTo>
                      <a:pt x="222953" y="173043"/>
                      <a:pt x="173043" y="222953"/>
                      <a:pt x="111477" y="222953"/>
                    </a:cubicBezTo>
                    <a:cubicBezTo>
                      <a:pt x="49910" y="222953"/>
                      <a:pt x="0" y="173043"/>
                      <a:pt x="0" y="111476"/>
                    </a:cubicBezTo>
                    <a:cubicBezTo>
                      <a:pt x="0" y="49909"/>
                      <a:pt x="49910" y="0"/>
                      <a:pt x="111477" y="0"/>
                    </a:cubicBezTo>
                    <a:cubicBezTo>
                      <a:pt x="173043" y="0"/>
                      <a:pt x="222953" y="49909"/>
                      <a:pt x="222953" y="111476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2660431" y="3742100"/>
                <a:ext cx="145812" cy="315251"/>
              </a:xfrm>
              <a:custGeom>
                <a:avLst/>
                <a:gdLst/>
                <a:ahLst/>
                <a:cxnLst/>
                <a:rect l="l" t="t" r="r" b="b"/>
                <a:pathLst>
                  <a:path w="145812" h="315251">
                    <a:moveTo>
                      <a:pt x="144538" y="23262"/>
                    </a:moveTo>
                    <a:cubicBezTo>
                      <a:pt x="139567" y="6377"/>
                      <a:pt x="122123" y="-3540"/>
                      <a:pt x="105072" y="833"/>
                    </a:cubicBezTo>
                    <a:cubicBezTo>
                      <a:pt x="74058" y="8221"/>
                      <a:pt x="58485" y="38502"/>
                      <a:pt x="43910" y="63925"/>
                    </a:cubicBezTo>
                    <a:cubicBezTo>
                      <a:pt x="28523" y="89428"/>
                      <a:pt x="16324" y="116715"/>
                      <a:pt x="7572" y="145186"/>
                    </a:cubicBezTo>
                    <a:cubicBezTo>
                      <a:pt x="-8068" y="200692"/>
                      <a:pt x="-880" y="262320"/>
                      <a:pt x="38652" y="306112"/>
                    </a:cubicBezTo>
                    <a:cubicBezTo>
                      <a:pt x="51430" y="318384"/>
                      <a:pt x="71736" y="317972"/>
                      <a:pt x="84008" y="305194"/>
                    </a:cubicBezTo>
                    <a:cubicBezTo>
                      <a:pt x="95914" y="292788"/>
                      <a:pt x="95928" y="273208"/>
                      <a:pt x="84041" y="260789"/>
                    </a:cubicBezTo>
                    <a:cubicBezTo>
                      <a:pt x="60615" y="234833"/>
                      <a:pt x="60016" y="195634"/>
                      <a:pt x="69466" y="162224"/>
                    </a:cubicBezTo>
                    <a:cubicBezTo>
                      <a:pt x="75662" y="141866"/>
                      <a:pt x="84221" y="122299"/>
                      <a:pt x="94956" y="103924"/>
                    </a:cubicBezTo>
                    <a:cubicBezTo>
                      <a:pt x="100613" y="93741"/>
                      <a:pt x="106603" y="83958"/>
                      <a:pt x="112792" y="73708"/>
                    </a:cubicBezTo>
                    <a:cubicBezTo>
                      <a:pt x="114057" y="71579"/>
                      <a:pt x="115388" y="69516"/>
                      <a:pt x="116719" y="67519"/>
                    </a:cubicBezTo>
                    <a:cubicBezTo>
                      <a:pt x="118849" y="64125"/>
                      <a:pt x="119448" y="63393"/>
                      <a:pt x="118449" y="65190"/>
                    </a:cubicBezTo>
                    <a:cubicBezTo>
                      <a:pt x="119241" y="64524"/>
                      <a:pt x="120000" y="63812"/>
                      <a:pt x="120712" y="63060"/>
                    </a:cubicBezTo>
                    <a:lnTo>
                      <a:pt x="122110" y="63060"/>
                    </a:lnTo>
                    <a:cubicBezTo>
                      <a:pt x="139227" y="58182"/>
                      <a:pt x="149230" y="40432"/>
                      <a:pt x="144538" y="2326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0" name="AutoShape 60"/>
              <p:cNvSpPr/>
              <p:nvPr/>
            </p:nvSpPr>
            <p:spPr>
              <a:xfrm>
                <a:off x="2507131" y="4317949"/>
                <a:ext cx="380907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380907" h="219620">
                    <a:moveTo>
                      <a:pt x="365522" y="39001"/>
                    </a:moveTo>
                    <a:cubicBezTo>
                      <a:pt x="297904" y="-2262"/>
                      <a:pt x="217575" y="-14241"/>
                      <a:pt x="144167" y="19035"/>
                    </a:cubicBezTo>
                    <a:cubicBezTo>
                      <a:pt x="112115" y="34349"/>
                      <a:pt x="83131" y="55393"/>
                      <a:pt x="58646" y="81129"/>
                    </a:cubicBezTo>
                    <a:cubicBezTo>
                      <a:pt x="31492" y="108616"/>
                      <a:pt x="6335" y="139696"/>
                      <a:pt x="412" y="178962"/>
                    </a:cubicBezTo>
                    <a:cubicBezTo>
                      <a:pt x="-2183" y="196067"/>
                      <a:pt x="4672" y="213437"/>
                      <a:pt x="22774" y="218428"/>
                    </a:cubicBezTo>
                    <a:cubicBezTo>
                      <a:pt x="37948" y="222621"/>
                      <a:pt x="59644" y="213237"/>
                      <a:pt x="62240" y="196000"/>
                    </a:cubicBezTo>
                    <a:cubicBezTo>
                      <a:pt x="66632" y="166916"/>
                      <a:pt x="83870" y="146884"/>
                      <a:pt x="103969" y="126519"/>
                    </a:cubicBezTo>
                    <a:cubicBezTo>
                      <a:pt x="123522" y="105934"/>
                      <a:pt x="146569" y="88990"/>
                      <a:pt x="172052" y="76471"/>
                    </a:cubicBezTo>
                    <a:cubicBezTo>
                      <a:pt x="225295" y="51380"/>
                      <a:pt x="284594" y="65024"/>
                      <a:pt x="333111" y="94640"/>
                    </a:cubicBezTo>
                    <a:cubicBezTo>
                      <a:pt x="368450" y="116003"/>
                      <a:pt x="400862" y="60498"/>
                      <a:pt x="365522" y="3900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1" name="AutoShape 61"/>
              <p:cNvSpPr/>
              <p:nvPr/>
            </p:nvSpPr>
            <p:spPr>
              <a:xfrm>
                <a:off x="3134171" y="4245515"/>
                <a:ext cx="381942" cy="154602"/>
              </a:xfrm>
              <a:custGeom>
                <a:avLst/>
                <a:gdLst/>
                <a:ahLst/>
                <a:cxnLst/>
                <a:rect l="l" t="t" r="r" b="b"/>
                <a:pathLst>
                  <a:path w="381942" h="154602">
                    <a:moveTo>
                      <a:pt x="371735" y="68908"/>
                    </a:moveTo>
                    <a:cubicBezTo>
                      <a:pt x="318233" y="19998"/>
                      <a:pt x="246968" y="-4746"/>
                      <a:pt x="174671" y="492"/>
                    </a:cubicBezTo>
                    <a:cubicBezTo>
                      <a:pt x="105855" y="5949"/>
                      <a:pt x="18804" y="39891"/>
                      <a:pt x="901" y="114497"/>
                    </a:cubicBezTo>
                    <a:cubicBezTo>
                      <a:pt x="-8749" y="154429"/>
                      <a:pt x="53079" y="171732"/>
                      <a:pt x="62729" y="131535"/>
                    </a:cubicBezTo>
                    <a:cubicBezTo>
                      <a:pt x="74176" y="83883"/>
                      <a:pt x="141528" y="65780"/>
                      <a:pt x="183922" y="64116"/>
                    </a:cubicBezTo>
                    <a:cubicBezTo>
                      <a:pt x="236139" y="61428"/>
                      <a:pt x="287319" y="79437"/>
                      <a:pt x="326345" y="114231"/>
                    </a:cubicBezTo>
                    <a:cubicBezTo>
                      <a:pt x="356760" y="142117"/>
                      <a:pt x="402216" y="96860"/>
                      <a:pt x="371735" y="6890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2" name="AutoShape 62"/>
              <p:cNvSpPr/>
              <p:nvPr/>
            </p:nvSpPr>
            <p:spPr>
              <a:xfrm>
                <a:off x="2352823" y="4806652"/>
                <a:ext cx="244072" cy="355703"/>
              </a:xfrm>
              <a:custGeom>
                <a:avLst/>
                <a:gdLst/>
                <a:ahLst/>
                <a:cxnLst/>
                <a:rect l="l" t="t" r="r" b="b"/>
                <a:pathLst>
                  <a:path w="244072" h="355703">
                    <a:moveTo>
                      <a:pt x="220541" y="292165"/>
                    </a:moveTo>
                    <a:cubicBezTo>
                      <a:pt x="168230" y="273085"/>
                      <a:pt x="123966" y="236773"/>
                      <a:pt x="95022" y="189208"/>
                    </a:cubicBezTo>
                    <a:cubicBezTo>
                      <a:pt x="80407" y="166367"/>
                      <a:pt x="70390" y="140884"/>
                      <a:pt x="65539" y="114203"/>
                    </a:cubicBezTo>
                    <a:cubicBezTo>
                      <a:pt x="61945" y="91641"/>
                      <a:pt x="64141" y="69080"/>
                      <a:pt x="81245" y="54305"/>
                    </a:cubicBezTo>
                    <a:cubicBezTo>
                      <a:pt x="94556" y="42924"/>
                      <a:pt x="92892" y="20629"/>
                      <a:pt x="81245" y="8916"/>
                    </a:cubicBezTo>
                    <a:cubicBezTo>
                      <a:pt x="68554" y="-3237"/>
                      <a:pt x="48548" y="-3237"/>
                      <a:pt x="35856" y="8916"/>
                    </a:cubicBezTo>
                    <a:cubicBezTo>
                      <a:pt x="-24042" y="61027"/>
                      <a:pt x="1648" y="155332"/>
                      <a:pt x="35257" y="214298"/>
                    </a:cubicBezTo>
                    <a:cubicBezTo>
                      <a:pt x="72766" y="279527"/>
                      <a:pt x="132445" y="329122"/>
                      <a:pt x="203437" y="354060"/>
                    </a:cubicBezTo>
                    <a:cubicBezTo>
                      <a:pt x="219809" y="359850"/>
                      <a:pt x="238577" y="347404"/>
                      <a:pt x="242902" y="331698"/>
                    </a:cubicBezTo>
                    <a:cubicBezTo>
                      <a:pt x="247322" y="314647"/>
                      <a:pt x="237432" y="297163"/>
                      <a:pt x="220541" y="29216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3" name="AutoShape 63"/>
              <p:cNvSpPr/>
              <p:nvPr/>
            </p:nvSpPr>
            <p:spPr>
              <a:xfrm>
                <a:off x="2928536" y="5160404"/>
                <a:ext cx="293368" cy="166194"/>
              </a:xfrm>
              <a:custGeom>
                <a:avLst/>
                <a:gdLst/>
                <a:ahLst/>
                <a:cxnLst/>
                <a:rect l="l" t="t" r="r" b="b"/>
                <a:pathLst>
                  <a:path w="293368" h="166194">
                    <a:moveTo>
                      <a:pt x="292256" y="114712"/>
                    </a:moveTo>
                    <a:cubicBezTo>
                      <a:pt x="287930" y="98872"/>
                      <a:pt x="269229" y="86493"/>
                      <a:pt x="252790" y="92284"/>
                    </a:cubicBezTo>
                    <a:cubicBezTo>
                      <a:pt x="233104" y="99718"/>
                      <a:pt x="212119" y="103092"/>
                      <a:pt x="191095" y="102200"/>
                    </a:cubicBezTo>
                    <a:cubicBezTo>
                      <a:pt x="181372" y="101974"/>
                      <a:pt x="171709" y="100656"/>
                      <a:pt x="162278" y="98273"/>
                    </a:cubicBezTo>
                    <a:cubicBezTo>
                      <a:pt x="157153" y="97009"/>
                      <a:pt x="152029" y="95545"/>
                      <a:pt x="147037" y="93881"/>
                    </a:cubicBezTo>
                    <a:cubicBezTo>
                      <a:pt x="143230" y="92683"/>
                      <a:pt x="139497" y="91259"/>
                      <a:pt x="135856" y="89621"/>
                    </a:cubicBezTo>
                    <a:cubicBezTo>
                      <a:pt x="102666" y="74534"/>
                      <a:pt x="75739" y="48399"/>
                      <a:pt x="59653" y="15681"/>
                    </a:cubicBezTo>
                    <a:cubicBezTo>
                      <a:pt x="50702" y="394"/>
                      <a:pt x="31055" y="-4751"/>
                      <a:pt x="15762" y="4201"/>
                    </a:cubicBezTo>
                    <a:cubicBezTo>
                      <a:pt x="474" y="13152"/>
                      <a:pt x="-4670" y="32805"/>
                      <a:pt x="4281" y="48092"/>
                    </a:cubicBezTo>
                    <a:cubicBezTo>
                      <a:pt x="54502" y="144162"/>
                      <a:pt x="167309" y="189211"/>
                      <a:pt x="269894" y="154178"/>
                    </a:cubicBezTo>
                    <a:cubicBezTo>
                      <a:pt x="286686" y="149093"/>
                      <a:pt x="296522" y="131730"/>
                      <a:pt x="292256" y="11471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15A5E5">
                <a:alpha val="100000"/>
                <a:lumMod val="20000"/>
                <a:lumOff val="80000"/>
              </a:srgbClr>
            </a:gs>
            <a:gs pos="50999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0" y="0"/>
            <a:ext cx="12191998" cy="723900"/>
            <a:chOff x="0" y="-399728"/>
            <a:chExt cx="13815102" cy="1183569"/>
          </a:xfrm>
        </p:grpSpPr>
        <p:sp>
          <p:nvSpPr>
            <p:cNvPr id="3" name="AutoShape 3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/>
              <a:ahLst/>
              <a:cxnLst/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>
              <a:gsLst>
                <a:gs pos="0">
                  <a:srgbClr val="15A5E5">
                    <a:alpha val="30196"/>
                  </a:srgbClr>
                </a:gs>
                <a:gs pos="100000">
                  <a:srgbClr val="15A5E5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/>
              <a:ahLst/>
              <a:cxnLst/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>
              <a:gsLst>
                <a:gs pos="0">
                  <a:srgbClr val="15A5E5">
                    <a:alpha val="30196"/>
                  </a:srgbClr>
                </a:gs>
                <a:gs pos="100000">
                  <a:srgbClr val="15A5E5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5A5E5">
            <a:alpha val="100000"/>
            <a:lumMod val="60000"/>
            <a:lumOff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0"/>
            <a:ext cx="7848404" cy="6064766"/>
          </a:xfrm>
          <a:custGeom>
            <a:avLst/>
            <a:gdLst/>
            <a:ahLst/>
            <a:cxnLst/>
            <a:rect l="l" t="t" r="r" b="b"/>
            <a:pathLst>
              <a:path w="7848404" h="6064766">
                <a:moveTo>
                  <a:pt x="0" y="0"/>
                </a:moveTo>
                <a:lnTo>
                  <a:pt x="7848404" y="0"/>
                </a:lnTo>
                <a:lnTo>
                  <a:pt x="7848404" y="4914109"/>
                </a:lnTo>
                <a:lnTo>
                  <a:pt x="7621176" y="5036288"/>
                </a:lnTo>
                <a:cubicBezTo>
                  <a:pt x="3549943" y="7133788"/>
                  <a:pt x="1208464" y="5510742"/>
                  <a:pt x="567219" y="4662301"/>
                </a:cubicBezTo>
                <a:cubicBezTo>
                  <a:pt x="-106403" y="3771021"/>
                  <a:pt x="1297170" y="3276926"/>
                  <a:pt x="1190273" y="2432962"/>
                </a:cubicBezTo>
                <a:cubicBezTo>
                  <a:pt x="1103420" y="1747244"/>
                  <a:pt x="282531" y="738615"/>
                  <a:pt x="10616" y="31885"/>
                </a:cubicBezTo>
                <a:close/>
              </a:path>
            </a:pathLst>
          </a:custGeom>
          <a:solidFill>
            <a:srgbClr val="15A5E5">
              <a:alpha val="100000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1">
            <a:off x="-17579" y="9988"/>
            <a:ext cx="8045438" cy="6119860"/>
          </a:xfrm>
          <a:custGeom>
            <a:avLst/>
            <a:gdLst/>
            <a:ahLst/>
            <a:cxnLst/>
            <a:rect l="l" t="t" r="r" b="b"/>
            <a:pathLst>
              <a:path w="7732622" h="5514117">
                <a:moveTo>
                  <a:pt x="7732622" y="4386484"/>
                </a:moveTo>
                <a:cubicBezTo>
                  <a:pt x="3661389" y="6483984"/>
                  <a:pt x="1075786" y="5169897"/>
                  <a:pt x="434541" y="4321456"/>
                </a:cubicBezTo>
                <a:cubicBezTo>
                  <a:pt x="-239081" y="3430176"/>
                  <a:pt x="1164492" y="2936081"/>
                  <a:pt x="1057595" y="2092117"/>
                </a:cubicBezTo>
                <a:cubicBezTo>
                  <a:pt x="970742" y="1406399"/>
                  <a:pt x="271915" y="706730"/>
                  <a:pt x="0" y="0"/>
                </a:cubicBezTo>
              </a:path>
            </a:pathLst>
          </a:custGeom>
          <a:ln w="25400">
            <a:solidFill>
              <a:srgbClr val="15A5E5">
                <a:alpha val="100000"/>
                <a:lumMod val="40000"/>
                <a:lumOff val="60000"/>
              </a:srgbClr>
            </a:solidFill>
            <a:prstDash val="solid"/>
            <a:headEnd type="none"/>
            <a:tailEnd type="none"/>
          </a:ln>
        </p:spPr>
      </p:sp>
      <p:grpSp>
        <p:nvGrpSpPr>
          <p:cNvPr id="4" name="Group 4"/>
          <p:cNvGrpSpPr/>
          <p:nvPr/>
        </p:nvGrpSpPr>
        <p:grpSpPr>
          <a:xfrm rot="0">
            <a:off x="6773842" y="1107139"/>
            <a:ext cx="5435737" cy="5299151"/>
            <a:chOff x="6773842" y="1107139"/>
            <a:chExt cx="5435737" cy="5299151"/>
          </a:xfrm>
        </p:grpSpPr>
        <p:sp>
          <p:nvSpPr>
            <p:cNvPr id="5" name="AutoShape 5"/>
            <p:cNvSpPr/>
            <p:nvPr/>
          </p:nvSpPr>
          <p:spPr>
            <a:xfrm flipH="1">
              <a:off x="10470225" y="1107139"/>
              <a:ext cx="1721775" cy="3519595"/>
            </a:xfrm>
            <a:custGeom>
              <a:avLst/>
              <a:gdLst/>
              <a:ahLst/>
              <a:cxnLst/>
              <a:rect l="l" t="t" r="r" b="b"/>
              <a:pathLst>
                <a:path w="1721775" h="3127554">
                  <a:moveTo>
                    <a:pt x="0" y="0"/>
                  </a:moveTo>
                  <a:lnTo>
                    <a:pt x="78288" y="136052"/>
                  </a:lnTo>
                  <a:cubicBezTo>
                    <a:pt x="740132" y="1157776"/>
                    <a:pt x="1708988" y="1020103"/>
                    <a:pt x="1721649" y="1957364"/>
                  </a:cubicBezTo>
                  <a:cubicBezTo>
                    <a:pt x="1734310" y="2894626"/>
                    <a:pt x="791079" y="3023122"/>
                    <a:pt x="96206" y="3114693"/>
                  </a:cubicBezTo>
                  <a:lnTo>
                    <a:pt x="0" y="3127554"/>
                  </a:lnTo>
                  <a:close/>
                </a:path>
              </a:pathLst>
            </a:custGeom>
            <a:solidFill>
              <a:srgbClr val="FFFFFF">
                <a:alpha val="56862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0045700" y="1641245"/>
              <a:ext cx="2163879" cy="3352016"/>
            </a:xfrm>
            <a:custGeom>
              <a:avLst/>
              <a:gdLst/>
              <a:ahLst/>
              <a:cxnLst/>
              <a:rect l="l" t="t" r="r" b="b"/>
              <a:pathLst>
                <a:path w="1643487" h="2978641">
                  <a:moveTo>
                    <a:pt x="0" y="0"/>
                  </a:moveTo>
                  <a:cubicBezTo>
                    <a:pt x="661844" y="1021724"/>
                    <a:pt x="1630700" y="884051"/>
                    <a:pt x="1643361" y="1821312"/>
                  </a:cubicBezTo>
                  <a:cubicBezTo>
                    <a:pt x="1656022" y="2758574"/>
                    <a:pt x="712791" y="2887070"/>
                    <a:pt x="17918" y="2978641"/>
                  </a:cubicBezTo>
                </a:path>
              </a:pathLst>
            </a:custGeom>
            <a:ln w="254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6998066" y="1656646"/>
              <a:ext cx="5193934" cy="4150242"/>
            </a:xfrm>
            <a:custGeom>
              <a:avLst/>
              <a:gdLst/>
              <a:ahLst/>
              <a:cxnLst/>
              <a:rect l="l" t="t" r="r" b="b"/>
              <a:pathLst>
                <a:path w="5193934" h="4150242">
                  <a:moveTo>
                    <a:pt x="2490569" y="343"/>
                  </a:moveTo>
                  <a:cubicBezTo>
                    <a:pt x="2563847" y="5877"/>
                    <a:pt x="2616608" y="70687"/>
                    <a:pt x="2660578" y="130616"/>
                  </a:cubicBezTo>
                  <a:cubicBezTo>
                    <a:pt x="3258856" y="920395"/>
                    <a:pt x="3994571" y="1595860"/>
                    <a:pt x="4832551" y="2124768"/>
                  </a:cubicBezTo>
                  <a:cubicBezTo>
                    <a:pt x="4941656" y="2194139"/>
                    <a:pt x="5052226" y="2260985"/>
                    <a:pt x="5163487" y="2326609"/>
                  </a:cubicBezTo>
                  <a:lnTo>
                    <a:pt x="5193934" y="2344283"/>
                  </a:lnTo>
                  <a:lnTo>
                    <a:pt x="5193934" y="4150242"/>
                  </a:lnTo>
                  <a:lnTo>
                    <a:pt x="4948978" y="3969878"/>
                  </a:lnTo>
                  <a:cubicBezTo>
                    <a:pt x="4790783" y="3855889"/>
                    <a:pt x="4631362" y="3743488"/>
                    <a:pt x="4470719" y="3632675"/>
                  </a:cubicBezTo>
                  <a:cubicBezTo>
                    <a:pt x="3800792" y="3822876"/>
                    <a:pt x="3077775" y="3554836"/>
                    <a:pt x="2381140" y="3611508"/>
                  </a:cubicBezTo>
                  <a:cubicBezTo>
                    <a:pt x="2105940" y="3671759"/>
                    <a:pt x="1826180" y="3708235"/>
                    <a:pt x="1544790" y="3720937"/>
                  </a:cubicBezTo>
                  <a:cubicBezTo>
                    <a:pt x="1450993" y="3728101"/>
                    <a:pt x="1356871" y="3717029"/>
                    <a:pt x="1267308" y="3688369"/>
                  </a:cubicBezTo>
                  <a:cubicBezTo>
                    <a:pt x="1176441" y="3658405"/>
                    <a:pt x="1106097" y="3585126"/>
                    <a:pt x="1080367" y="3492960"/>
                  </a:cubicBezTo>
                  <a:cubicBezTo>
                    <a:pt x="1065387" y="3420981"/>
                    <a:pt x="1092743" y="3346403"/>
                    <a:pt x="1151037" y="3301458"/>
                  </a:cubicBezTo>
                  <a:cubicBezTo>
                    <a:pt x="1061801" y="3308622"/>
                    <a:pt x="972238" y="3314486"/>
                    <a:pt x="883001" y="3313834"/>
                  </a:cubicBezTo>
                  <a:cubicBezTo>
                    <a:pt x="710392" y="3313834"/>
                    <a:pt x="533871" y="3284196"/>
                    <a:pt x="384710" y="3197564"/>
                  </a:cubicBezTo>
                  <a:cubicBezTo>
                    <a:pt x="330645" y="3164995"/>
                    <a:pt x="275607" y="3118425"/>
                    <a:pt x="273651" y="3055567"/>
                  </a:cubicBezTo>
                  <a:cubicBezTo>
                    <a:pt x="271695" y="2992712"/>
                    <a:pt x="318595" y="2947442"/>
                    <a:pt x="374938" y="2914222"/>
                  </a:cubicBezTo>
                  <a:cubicBezTo>
                    <a:pt x="345625" y="2914222"/>
                    <a:pt x="316317" y="2912592"/>
                    <a:pt x="287331" y="2909662"/>
                  </a:cubicBezTo>
                  <a:cubicBezTo>
                    <a:pt x="217961" y="2905754"/>
                    <a:pt x="150542" y="2884257"/>
                    <a:pt x="91922" y="2846803"/>
                  </a:cubicBezTo>
                  <a:cubicBezTo>
                    <a:pt x="32971" y="2808375"/>
                    <a:pt x="-1875" y="2742260"/>
                    <a:pt x="77" y="2671912"/>
                  </a:cubicBezTo>
                  <a:cubicBezTo>
                    <a:pt x="7241" y="2616221"/>
                    <a:pt x="36553" y="2566065"/>
                    <a:pt x="81498" y="2532523"/>
                  </a:cubicBezTo>
                  <a:cubicBezTo>
                    <a:pt x="125790" y="2499629"/>
                    <a:pt x="175294" y="2473898"/>
                    <a:pt x="228055" y="2456962"/>
                  </a:cubicBezTo>
                  <a:cubicBezTo>
                    <a:pt x="381128" y="2399968"/>
                    <a:pt x="540061" y="2360888"/>
                    <a:pt x="702250" y="2340370"/>
                  </a:cubicBezTo>
                  <a:cubicBezTo>
                    <a:pt x="630923" y="2347208"/>
                    <a:pt x="558623" y="2338088"/>
                    <a:pt x="491208" y="2313335"/>
                  </a:cubicBezTo>
                  <a:cubicBezTo>
                    <a:pt x="380150" y="2269369"/>
                    <a:pt x="293191" y="2140400"/>
                    <a:pt x="338135" y="2029667"/>
                  </a:cubicBezTo>
                  <a:cubicBezTo>
                    <a:pt x="359632" y="1984071"/>
                    <a:pt x="393504" y="1945643"/>
                    <a:pt x="435840" y="1918282"/>
                  </a:cubicBezTo>
                  <a:cubicBezTo>
                    <a:pt x="568721" y="1820578"/>
                    <a:pt x="733188" y="1777263"/>
                    <a:pt x="891795" y="1738509"/>
                  </a:cubicBezTo>
                  <a:cubicBezTo>
                    <a:pt x="1529806" y="1584458"/>
                    <a:pt x="2177262" y="1472425"/>
                    <a:pt x="2829931" y="1402403"/>
                  </a:cubicBezTo>
                  <a:cubicBezTo>
                    <a:pt x="2666764" y="1222626"/>
                    <a:pt x="2530957" y="1019726"/>
                    <a:pt x="2427062" y="800217"/>
                  </a:cubicBezTo>
                  <a:cubicBezTo>
                    <a:pt x="2342386" y="621417"/>
                    <a:pt x="2278227" y="425030"/>
                    <a:pt x="2300371" y="228320"/>
                  </a:cubicBezTo>
                  <a:cubicBezTo>
                    <a:pt x="2312747" y="119540"/>
                    <a:pt x="2381140" y="-7473"/>
                    <a:pt x="2490569" y="343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7087046" y="1751548"/>
              <a:ext cx="4402911" cy="4062981"/>
            </a:xfrm>
            <a:custGeom>
              <a:avLst/>
              <a:gdLst/>
              <a:ahLst/>
              <a:cxnLst/>
              <a:rect l="l" t="t" r="r" b="b"/>
              <a:pathLst>
                <a:path w="4402911" h="4062981">
                  <a:moveTo>
                    <a:pt x="4309112" y="3096150"/>
                  </a:moveTo>
                  <a:cubicBezTo>
                    <a:pt x="4182747" y="3276579"/>
                    <a:pt x="3918294" y="3359300"/>
                    <a:pt x="3712460" y="3264851"/>
                  </a:cubicBezTo>
                  <a:cubicBezTo>
                    <a:pt x="3722232" y="3360604"/>
                    <a:pt x="3705296" y="3457005"/>
                    <a:pt x="3663608" y="3543963"/>
                  </a:cubicBezTo>
                  <a:cubicBezTo>
                    <a:pt x="3579257" y="3722111"/>
                    <a:pt x="3406970" y="3842289"/>
                    <a:pt x="3210587" y="3859548"/>
                  </a:cubicBezTo>
                  <a:cubicBezTo>
                    <a:pt x="3023319" y="3875506"/>
                    <a:pt x="2839308" y="3803205"/>
                    <a:pt x="2713269" y="3664138"/>
                  </a:cubicBezTo>
                  <a:cubicBezTo>
                    <a:pt x="2659205" y="3764125"/>
                    <a:pt x="2585926" y="3852710"/>
                    <a:pt x="2497668" y="3924684"/>
                  </a:cubicBezTo>
                  <a:cubicBezTo>
                    <a:pt x="2415921" y="3992103"/>
                    <a:pt x="2317564" y="4037047"/>
                    <a:pt x="2213022" y="4054957"/>
                  </a:cubicBezTo>
                  <a:cubicBezTo>
                    <a:pt x="2101963" y="4071567"/>
                    <a:pt x="1988626" y="4054631"/>
                    <a:pt x="1887339" y="4005779"/>
                  </a:cubicBezTo>
                  <a:cubicBezTo>
                    <a:pt x="1698442" y="3915568"/>
                    <a:pt x="1585105" y="3717877"/>
                    <a:pt x="1603019" y="3509439"/>
                  </a:cubicBezTo>
                  <a:cubicBezTo>
                    <a:pt x="1504337" y="3578158"/>
                    <a:pt x="1397838" y="3634830"/>
                    <a:pt x="1285805" y="3677818"/>
                  </a:cubicBezTo>
                  <a:cubicBezTo>
                    <a:pt x="1184514" y="3715273"/>
                    <a:pt x="1075412" y="3725041"/>
                    <a:pt x="968913" y="3706804"/>
                  </a:cubicBezTo>
                  <a:cubicBezTo>
                    <a:pt x="871534" y="3688238"/>
                    <a:pt x="784579" y="3635152"/>
                    <a:pt x="723351" y="3557317"/>
                  </a:cubicBezTo>
                  <a:cubicBezTo>
                    <a:pt x="595682" y="3394476"/>
                    <a:pt x="611314" y="3179197"/>
                    <a:pt x="699899" y="3003658"/>
                  </a:cubicBezTo>
                  <a:cubicBezTo>
                    <a:pt x="576794" y="3009192"/>
                    <a:pt x="454663" y="2978253"/>
                    <a:pt x="348816" y="2914743"/>
                  </a:cubicBezTo>
                  <a:cubicBezTo>
                    <a:pt x="139727" y="2790986"/>
                    <a:pt x="-9434" y="2558448"/>
                    <a:pt x="-1292" y="2320373"/>
                  </a:cubicBezTo>
                  <a:cubicBezTo>
                    <a:pt x="8" y="2199546"/>
                    <a:pt x="57328" y="2085883"/>
                    <a:pt x="153407" y="2012604"/>
                  </a:cubicBezTo>
                  <a:cubicBezTo>
                    <a:pt x="214309" y="1967008"/>
                    <a:pt x="287914" y="1941930"/>
                    <a:pt x="364122" y="1940304"/>
                  </a:cubicBezTo>
                  <a:cubicBezTo>
                    <a:pt x="280420" y="1887870"/>
                    <a:pt x="213005" y="1813613"/>
                    <a:pt x="168713" y="1725676"/>
                  </a:cubicBezTo>
                  <a:cubicBezTo>
                    <a:pt x="115301" y="1621786"/>
                    <a:pt x="94783" y="1504215"/>
                    <a:pt x="109763" y="1388270"/>
                  </a:cubicBezTo>
                  <a:cubicBezTo>
                    <a:pt x="127351" y="1269073"/>
                    <a:pt x="185975" y="1159966"/>
                    <a:pt x="275538" y="1079524"/>
                  </a:cubicBezTo>
                  <a:cubicBezTo>
                    <a:pt x="453033" y="925151"/>
                    <a:pt x="695343" y="868808"/>
                    <a:pt x="922668" y="929711"/>
                  </a:cubicBezTo>
                  <a:cubicBezTo>
                    <a:pt x="783927" y="770452"/>
                    <a:pt x="791743" y="531402"/>
                    <a:pt x="940579" y="381589"/>
                  </a:cubicBezTo>
                  <a:cubicBezTo>
                    <a:pt x="1021673" y="301142"/>
                    <a:pt x="1127194" y="249360"/>
                    <a:pt x="1240535" y="234706"/>
                  </a:cubicBezTo>
                  <a:cubicBezTo>
                    <a:pt x="1465578" y="204416"/>
                    <a:pt x="1683136" y="323616"/>
                    <a:pt x="1801359" y="502416"/>
                  </a:cubicBezTo>
                  <a:cubicBezTo>
                    <a:pt x="1814713" y="406015"/>
                    <a:pt x="1842721" y="311892"/>
                    <a:pt x="1884405" y="223956"/>
                  </a:cubicBezTo>
                  <a:cubicBezTo>
                    <a:pt x="1923815" y="137975"/>
                    <a:pt x="1992208" y="68931"/>
                    <a:pt x="2077537" y="28546"/>
                  </a:cubicBezTo>
                  <a:cubicBezTo>
                    <a:pt x="2191525" y="-21280"/>
                    <a:pt x="2321472" y="-4022"/>
                    <a:pt x="2435787" y="38644"/>
                  </a:cubicBezTo>
                  <a:cubicBezTo>
                    <a:pt x="2619146" y="110293"/>
                    <a:pt x="2787526" y="255224"/>
                    <a:pt x="2841260" y="440861"/>
                  </a:cubicBezTo>
                  <a:cubicBezTo>
                    <a:pt x="2883274" y="418391"/>
                    <a:pt x="2927567" y="400477"/>
                    <a:pt x="2973489" y="387449"/>
                  </a:cubicBezTo>
                  <a:cubicBezTo>
                    <a:pt x="3253575" y="309610"/>
                    <a:pt x="3559717" y="429463"/>
                    <a:pt x="3753496" y="626499"/>
                  </a:cubicBezTo>
                  <a:cubicBezTo>
                    <a:pt x="3851201" y="724203"/>
                    <a:pt x="3916338" y="850894"/>
                    <a:pt x="3904613" y="988335"/>
                  </a:cubicBezTo>
                  <a:cubicBezTo>
                    <a:pt x="3888329" y="1117304"/>
                    <a:pt x="3831335" y="1237479"/>
                    <a:pt x="3741772" y="1331276"/>
                  </a:cubicBezTo>
                  <a:cubicBezTo>
                    <a:pt x="3825149" y="1336814"/>
                    <a:pt x="3905917" y="1363518"/>
                    <a:pt x="3976592" y="1408136"/>
                  </a:cubicBezTo>
                  <a:cubicBezTo>
                    <a:pt x="4118915" y="1493469"/>
                    <a:pt x="4201962" y="1650772"/>
                    <a:pt x="4191541" y="1816543"/>
                  </a:cubicBezTo>
                  <a:cubicBezTo>
                    <a:pt x="4176883" y="1967986"/>
                    <a:pt x="4090255" y="2103145"/>
                    <a:pt x="3958678" y="2179680"/>
                  </a:cubicBezTo>
                  <a:cubicBezTo>
                    <a:pt x="4079179" y="2233744"/>
                    <a:pt x="4185025" y="2315491"/>
                    <a:pt x="4267750" y="2418077"/>
                  </a:cubicBezTo>
                  <a:cubicBezTo>
                    <a:pt x="4420171" y="2611209"/>
                    <a:pt x="4453065" y="2889343"/>
                    <a:pt x="4309112" y="3096150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7088014" y="1842830"/>
              <a:ext cx="552357" cy="552357"/>
            </a:xfrm>
            <a:custGeom>
              <a:avLst/>
              <a:gdLst/>
              <a:ahLst/>
              <a:cxnLst/>
              <a:rect l="l" t="t" r="r" b="b"/>
              <a:pathLst>
                <a:path w="552357" h="552357">
                  <a:moveTo>
                    <a:pt x="552357" y="276179"/>
                  </a:moveTo>
                  <a:cubicBezTo>
                    <a:pt x="552357" y="428708"/>
                    <a:pt x="428708" y="552357"/>
                    <a:pt x="276179" y="552357"/>
                  </a:cubicBezTo>
                  <a:cubicBezTo>
                    <a:pt x="123649" y="552357"/>
                    <a:pt x="0" y="428708"/>
                    <a:pt x="0" y="276179"/>
                  </a:cubicBezTo>
                  <a:cubicBezTo>
                    <a:pt x="0" y="123649"/>
                    <a:pt x="123649" y="0"/>
                    <a:pt x="276179" y="0"/>
                  </a:cubicBezTo>
                  <a:cubicBezTo>
                    <a:pt x="428708" y="0"/>
                    <a:pt x="552357" y="123649"/>
                    <a:pt x="552357" y="276179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7760874" y="1526267"/>
              <a:ext cx="360204" cy="360204"/>
            </a:xfrm>
            <a:custGeom>
              <a:avLst/>
              <a:gdLst/>
              <a:ahLst/>
              <a:cxnLst/>
              <a:rect l="l" t="t" r="r" b="b"/>
              <a:pathLst>
                <a:path w="360204" h="360204">
                  <a:moveTo>
                    <a:pt x="360205" y="180102"/>
                  </a:moveTo>
                  <a:cubicBezTo>
                    <a:pt x="360205" y="279570"/>
                    <a:pt x="279570" y="360205"/>
                    <a:pt x="180102" y="360205"/>
                  </a:cubicBezTo>
                  <a:cubicBezTo>
                    <a:pt x="80635" y="360205"/>
                    <a:pt x="0" y="279570"/>
                    <a:pt x="0" y="180102"/>
                  </a:cubicBezTo>
                  <a:cubicBezTo>
                    <a:pt x="0" y="80635"/>
                    <a:pt x="80635" y="0"/>
                    <a:pt x="180102" y="0"/>
                  </a:cubicBezTo>
                  <a:cubicBezTo>
                    <a:pt x="279570" y="0"/>
                    <a:pt x="360205" y="80635"/>
                    <a:pt x="360205" y="180102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7345629" y="1317505"/>
              <a:ext cx="256637" cy="256637"/>
            </a:xfrm>
            <a:custGeom>
              <a:avLst/>
              <a:gdLst/>
              <a:ahLst/>
              <a:cxnLst/>
              <a:rect l="l" t="t" r="r" b="b"/>
              <a:pathLst>
                <a:path w="256637" h="256637">
                  <a:moveTo>
                    <a:pt x="256638" y="128319"/>
                  </a:moveTo>
                  <a:cubicBezTo>
                    <a:pt x="256638" y="199187"/>
                    <a:pt x="199187" y="256638"/>
                    <a:pt x="128319" y="256638"/>
                  </a:cubicBezTo>
                  <a:cubicBezTo>
                    <a:pt x="57450" y="256638"/>
                    <a:pt x="0" y="199187"/>
                    <a:pt x="0" y="128319"/>
                  </a:cubicBezTo>
                  <a:cubicBezTo>
                    <a:pt x="0" y="57450"/>
                    <a:pt x="57450" y="0"/>
                    <a:pt x="128319" y="0"/>
                  </a:cubicBezTo>
                  <a:cubicBezTo>
                    <a:pt x="199187" y="0"/>
                    <a:pt x="256638" y="57450"/>
                    <a:pt x="256638" y="128319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9593488" y="5833090"/>
              <a:ext cx="573200" cy="573200"/>
            </a:xfrm>
            <a:custGeom>
              <a:avLst/>
              <a:gdLst/>
              <a:ahLst/>
              <a:cxnLst/>
              <a:rect l="l" t="t" r="r" b="b"/>
              <a:pathLst>
                <a:path w="573200" h="573200">
                  <a:moveTo>
                    <a:pt x="573201" y="286600"/>
                  </a:moveTo>
                  <a:cubicBezTo>
                    <a:pt x="573201" y="444885"/>
                    <a:pt x="444885" y="573201"/>
                    <a:pt x="286600" y="573201"/>
                  </a:cubicBezTo>
                  <a:cubicBezTo>
                    <a:pt x="128315" y="573201"/>
                    <a:pt x="0" y="444885"/>
                    <a:pt x="0" y="286600"/>
                  </a:cubicBezTo>
                  <a:cubicBezTo>
                    <a:pt x="0" y="128315"/>
                    <a:pt x="128315" y="0"/>
                    <a:pt x="286600" y="0"/>
                  </a:cubicBezTo>
                  <a:cubicBezTo>
                    <a:pt x="444885" y="0"/>
                    <a:pt x="573201" y="128315"/>
                    <a:pt x="573201" y="286600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8923559" y="5977041"/>
              <a:ext cx="218858" cy="218858"/>
            </a:xfrm>
            <a:custGeom>
              <a:avLst/>
              <a:gdLst/>
              <a:ahLst/>
              <a:cxnLst/>
              <a:rect l="l" t="t" r="r" b="b"/>
              <a:pathLst>
                <a:path w="218858" h="218858">
                  <a:moveTo>
                    <a:pt x="218859" y="109429"/>
                  </a:moveTo>
                  <a:cubicBezTo>
                    <a:pt x="218859" y="169865"/>
                    <a:pt x="169865" y="218858"/>
                    <a:pt x="109429" y="218858"/>
                  </a:cubicBezTo>
                  <a:cubicBezTo>
                    <a:pt x="48993" y="218858"/>
                    <a:pt x="0" y="169865"/>
                    <a:pt x="0" y="109429"/>
                  </a:cubicBezTo>
                  <a:cubicBezTo>
                    <a:pt x="0" y="48993"/>
                    <a:pt x="48993" y="0"/>
                    <a:pt x="109429" y="0"/>
                  </a:cubicBezTo>
                  <a:cubicBezTo>
                    <a:pt x="169865" y="0"/>
                    <a:pt x="218859" y="48993"/>
                    <a:pt x="218859" y="109429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7178151" y="1930294"/>
              <a:ext cx="166339" cy="316209"/>
            </a:xfrm>
            <a:custGeom>
              <a:avLst/>
              <a:gdLst/>
              <a:ahLst/>
              <a:cxnLst/>
              <a:rect l="l" t="t" r="r" b="b"/>
              <a:pathLst>
                <a:path w="166339" h="316209">
                  <a:moveTo>
                    <a:pt x="129390" y="-383"/>
                  </a:moveTo>
                  <a:cubicBezTo>
                    <a:pt x="76304" y="17202"/>
                    <a:pt x="33642" y="57912"/>
                    <a:pt x="13776" y="110346"/>
                  </a:cubicBezTo>
                  <a:cubicBezTo>
                    <a:pt x="-7721" y="170275"/>
                    <a:pt x="-6743" y="236059"/>
                    <a:pt x="17032" y="295336"/>
                  </a:cubicBezTo>
                  <a:cubicBezTo>
                    <a:pt x="22566" y="310316"/>
                    <a:pt x="39176" y="318132"/>
                    <a:pt x="54160" y="312598"/>
                  </a:cubicBezTo>
                  <a:cubicBezTo>
                    <a:pt x="67510" y="307712"/>
                    <a:pt x="75326" y="294032"/>
                    <a:pt x="72722" y="280029"/>
                  </a:cubicBezTo>
                  <a:cubicBezTo>
                    <a:pt x="53182" y="233129"/>
                    <a:pt x="51226" y="181021"/>
                    <a:pt x="66536" y="132494"/>
                  </a:cubicBezTo>
                  <a:cubicBezTo>
                    <a:pt x="79560" y="96344"/>
                    <a:pt x="108220" y="68010"/>
                    <a:pt x="144697" y="55308"/>
                  </a:cubicBezTo>
                  <a:cubicBezTo>
                    <a:pt x="179873" y="44236"/>
                    <a:pt x="164889" y="-11459"/>
                    <a:pt x="129390" y="-38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8052986" y="2095484"/>
              <a:ext cx="203353" cy="507683"/>
            </a:xfrm>
            <a:custGeom>
              <a:avLst/>
              <a:gdLst/>
              <a:ahLst/>
              <a:cxnLst/>
              <a:rect l="l" t="t" r="r" b="b"/>
              <a:pathLst>
                <a:path w="203353" h="507683">
                  <a:moveTo>
                    <a:pt x="196105" y="15505"/>
                  </a:moveTo>
                  <a:cubicBezTo>
                    <a:pt x="136506" y="-64938"/>
                    <a:pt x="37171" y="158480"/>
                    <a:pt x="21865" y="197560"/>
                  </a:cubicBezTo>
                  <a:cubicBezTo>
                    <a:pt x="1673" y="245438"/>
                    <a:pt x="-5495" y="297873"/>
                    <a:pt x="369" y="349655"/>
                  </a:cubicBezTo>
                  <a:cubicBezTo>
                    <a:pt x="8837" y="400785"/>
                    <a:pt x="28377" y="449638"/>
                    <a:pt x="57690" y="492630"/>
                  </a:cubicBezTo>
                  <a:cubicBezTo>
                    <a:pt x="77882" y="523568"/>
                    <a:pt x="127712" y="494582"/>
                    <a:pt x="107520" y="463318"/>
                  </a:cubicBezTo>
                  <a:cubicBezTo>
                    <a:pt x="61598" y="401437"/>
                    <a:pt x="46291" y="321973"/>
                    <a:pt x="65832" y="247390"/>
                  </a:cubicBezTo>
                  <a:cubicBezTo>
                    <a:pt x="77556" y="209936"/>
                    <a:pt x="93188" y="174112"/>
                    <a:pt x="112402" y="139918"/>
                  </a:cubicBezTo>
                  <a:cubicBezTo>
                    <a:pt x="120870" y="124933"/>
                    <a:pt x="129338" y="109953"/>
                    <a:pt x="139110" y="95621"/>
                  </a:cubicBezTo>
                  <a:cubicBezTo>
                    <a:pt x="144648" y="87479"/>
                    <a:pt x="150508" y="79663"/>
                    <a:pt x="156698" y="72173"/>
                  </a:cubicBezTo>
                  <a:cubicBezTo>
                    <a:pt x="159302" y="69569"/>
                    <a:pt x="170374" y="59797"/>
                    <a:pt x="170048" y="56867"/>
                  </a:cubicBezTo>
                  <a:cubicBezTo>
                    <a:pt x="191219" y="57193"/>
                    <a:pt x="212063" y="36675"/>
                    <a:pt x="196105" y="1550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9363709" y="1936423"/>
              <a:ext cx="1083854" cy="520572"/>
            </a:xfrm>
            <a:custGeom>
              <a:avLst/>
              <a:gdLst/>
              <a:ahLst/>
              <a:cxnLst/>
              <a:rect l="l" t="t" r="r" b="b"/>
              <a:pathLst>
                <a:path w="1083854" h="520572">
                  <a:moveTo>
                    <a:pt x="1074616" y="333499"/>
                  </a:moveTo>
                  <a:cubicBezTo>
                    <a:pt x="1003294" y="251427"/>
                    <a:pt x="882789" y="257291"/>
                    <a:pt x="787040" y="283669"/>
                  </a:cubicBezTo>
                  <a:cubicBezTo>
                    <a:pt x="684450" y="312655"/>
                    <a:pt x="590001" y="365415"/>
                    <a:pt x="511836" y="437716"/>
                  </a:cubicBezTo>
                  <a:cubicBezTo>
                    <a:pt x="472756" y="327313"/>
                    <a:pt x="427812" y="216254"/>
                    <a:pt x="348995" y="128970"/>
                  </a:cubicBezTo>
                  <a:cubicBezTo>
                    <a:pt x="267575" y="33547"/>
                    <a:pt x="143818" y="-14331"/>
                    <a:pt x="19405" y="979"/>
                  </a:cubicBezTo>
                  <a:cubicBezTo>
                    <a:pt x="-17397" y="6839"/>
                    <a:pt x="-1761" y="62207"/>
                    <a:pt x="34715" y="56669"/>
                  </a:cubicBezTo>
                  <a:cubicBezTo>
                    <a:pt x="146422" y="38755"/>
                    <a:pt x="253898" y="103244"/>
                    <a:pt x="322943" y="186942"/>
                  </a:cubicBezTo>
                  <a:cubicBezTo>
                    <a:pt x="396873" y="276505"/>
                    <a:pt x="435302" y="389842"/>
                    <a:pt x="473082" y="497970"/>
                  </a:cubicBezTo>
                  <a:cubicBezTo>
                    <a:pt x="477968" y="513602"/>
                    <a:pt x="494252" y="522070"/>
                    <a:pt x="509558" y="517510"/>
                  </a:cubicBezTo>
                  <a:cubicBezTo>
                    <a:pt x="514118" y="516206"/>
                    <a:pt x="518026" y="513928"/>
                    <a:pt x="521282" y="510672"/>
                  </a:cubicBezTo>
                  <a:cubicBezTo>
                    <a:pt x="592931" y="435112"/>
                    <a:pt x="682494" y="379095"/>
                    <a:pt x="781828" y="347831"/>
                  </a:cubicBezTo>
                  <a:cubicBezTo>
                    <a:pt x="863249" y="321775"/>
                    <a:pt x="973004" y="303209"/>
                    <a:pt x="1036188" y="375839"/>
                  </a:cubicBezTo>
                  <a:cubicBezTo>
                    <a:pt x="1058984" y="402218"/>
                    <a:pt x="1099042" y="362159"/>
                    <a:pt x="1074616" y="333499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7817737" y="2820940"/>
              <a:ext cx="809467" cy="1319964"/>
            </a:xfrm>
            <a:custGeom>
              <a:avLst/>
              <a:gdLst/>
              <a:ahLst/>
              <a:cxnLst/>
              <a:rect l="l" t="t" r="r" b="b"/>
              <a:pathLst>
                <a:path w="809467" h="1319964">
                  <a:moveTo>
                    <a:pt x="800023" y="27720"/>
                  </a:moveTo>
                  <a:cubicBezTo>
                    <a:pt x="662260" y="-54026"/>
                    <a:pt x="496163" y="47260"/>
                    <a:pt x="421255" y="167761"/>
                  </a:cubicBezTo>
                  <a:cubicBezTo>
                    <a:pt x="349932" y="284358"/>
                    <a:pt x="346024" y="430263"/>
                    <a:pt x="410835" y="550438"/>
                  </a:cubicBezTo>
                  <a:cubicBezTo>
                    <a:pt x="326810" y="560210"/>
                    <a:pt x="247668" y="594082"/>
                    <a:pt x="182857" y="648143"/>
                  </a:cubicBezTo>
                  <a:cubicBezTo>
                    <a:pt x="104693" y="706115"/>
                    <a:pt x="46072" y="786558"/>
                    <a:pt x="14804" y="878728"/>
                  </a:cubicBezTo>
                  <a:cubicBezTo>
                    <a:pt x="-40561" y="1051990"/>
                    <a:pt x="47372" y="1264661"/>
                    <a:pt x="229753" y="1317095"/>
                  </a:cubicBezTo>
                  <a:cubicBezTo>
                    <a:pt x="245063" y="1321329"/>
                    <a:pt x="261022" y="1312209"/>
                    <a:pt x="264930" y="1296903"/>
                  </a:cubicBezTo>
                  <a:cubicBezTo>
                    <a:pt x="269164" y="1281923"/>
                    <a:pt x="260370" y="1265965"/>
                    <a:pt x="245063" y="1261731"/>
                  </a:cubicBezTo>
                  <a:cubicBezTo>
                    <a:pt x="92642" y="1217765"/>
                    <a:pt x="24902" y="1037335"/>
                    <a:pt x="70172" y="894034"/>
                  </a:cubicBezTo>
                  <a:cubicBezTo>
                    <a:pt x="96550" y="816848"/>
                    <a:pt x="145077" y="748781"/>
                    <a:pt x="209561" y="698625"/>
                  </a:cubicBezTo>
                  <a:cubicBezTo>
                    <a:pt x="274698" y="646517"/>
                    <a:pt x="374358" y="587892"/>
                    <a:pt x="460665" y="610692"/>
                  </a:cubicBezTo>
                  <a:cubicBezTo>
                    <a:pt x="482809" y="616552"/>
                    <a:pt x="508865" y="589522"/>
                    <a:pt x="493233" y="568352"/>
                  </a:cubicBezTo>
                  <a:cubicBezTo>
                    <a:pt x="414091" y="466739"/>
                    <a:pt x="401389" y="328324"/>
                    <a:pt x="460665" y="214010"/>
                  </a:cubicBezTo>
                  <a:cubicBezTo>
                    <a:pt x="515703" y="112397"/>
                    <a:pt x="654444" y="5898"/>
                    <a:pt x="771689" y="75595"/>
                  </a:cubicBezTo>
                  <a:cubicBezTo>
                    <a:pt x="787321" y="79503"/>
                    <a:pt x="802957" y="70057"/>
                    <a:pt x="806865" y="54750"/>
                  </a:cubicBezTo>
                  <a:cubicBezTo>
                    <a:pt x="809469" y="44982"/>
                    <a:pt x="806865" y="34884"/>
                    <a:pt x="800023" y="2772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9711392" y="2928411"/>
              <a:ext cx="1124158" cy="1380879"/>
            </a:xfrm>
            <a:custGeom>
              <a:avLst/>
              <a:gdLst/>
              <a:ahLst/>
              <a:cxnLst/>
              <a:rect l="l" t="t" r="r" b="b"/>
              <a:pathLst>
                <a:path w="1124158" h="1380879">
                  <a:moveTo>
                    <a:pt x="1102120" y="860494"/>
                  </a:moveTo>
                  <a:cubicBezTo>
                    <a:pt x="1046430" y="679087"/>
                    <a:pt x="880329" y="496053"/>
                    <a:pt x="681012" y="502243"/>
                  </a:cubicBezTo>
                  <a:cubicBezTo>
                    <a:pt x="719118" y="432547"/>
                    <a:pt x="734750" y="353082"/>
                    <a:pt x="726608" y="274266"/>
                  </a:cubicBezTo>
                  <a:cubicBezTo>
                    <a:pt x="713580" y="182421"/>
                    <a:pt x="654959" y="103282"/>
                    <a:pt x="570609" y="63876"/>
                  </a:cubicBezTo>
                  <a:cubicBezTo>
                    <a:pt x="395065" y="-23734"/>
                    <a:pt x="188254" y="-23734"/>
                    <a:pt x="12715" y="63876"/>
                  </a:cubicBezTo>
                  <a:cubicBezTo>
                    <a:pt x="-19853" y="80160"/>
                    <a:pt x="8807" y="129013"/>
                    <a:pt x="42023" y="113377"/>
                  </a:cubicBezTo>
                  <a:cubicBezTo>
                    <a:pt x="192166" y="39776"/>
                    <a:pt x="367057" y="36516"/>
                    <a:pt x="520126" y="103934"/>
                  </a:cubicBezTo>
                  <a:cubicBezTo>
                    <a:pt x="596987" y="139107"/>
                    <a:pt x="655285" y="192193"/>
                    <a:pt x="669287" y="278826"/>
                  </a:cubicBezTo>
                  <a:cubicBezTo>
                    <a:pt x="677103" y="364806"/>
                    <a:pt x="653981" y="450787"/>
                    <a:pt x="604151" y="521457"/>
                  </a:cubicBezTo>
                  <a:cubicBezTo>
                    <a:pt x="596335" y="535464"/>
                    <a:pt x="601221" y="553048"/>
                    <a:pt x="614901" y="560868"/>
                  </a:cubicBezTo>
                  <a:cubicBezTo>
                    <a:pt x="621739" y="564776"/>
                    <a:pt x="629555" y="565750"/>
                    <a:pt x="636719" y="563798"/>
                  </a:cubicBezTo>
                  <a:cubicBezTo>
                    <a:pt x="829851" y="522109"/>
                    <a:pt x="994970" y="709377"/>
                    <a:pt x="1046430" y="876452"/>
                  </a:cubicBezTo>
                  <a:cubicBezTo>
                    <a:pt x="1097886" y="1043527"/>
                    <a:pt x="1038614" y="1258477"/>
                    <a:pt x="856881" y="1321661"/>
                  </a:cubicBezTo>
                  <a:cubicBezTo>
                    <a:pt x="822034" y="1333711"/>
                    <a:pt x="837015" y="1389402"/>
                    <a:pt x="872187" y="1377351"/>
                  </a:cubicBezTo>
                  <a:cubicBezTo>
                    <a:pt x="1083558" y="1303421"/>
                    <a:pt x="1164327" y="1063719"/>
                    <a:pt x="1102120" y="86049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10887585" y="4283888"/>
              <a:ext cx="460713" cy="571843"/>
            </a:xfrm>
            <a:custGeom>
              <a:avLst/>
              <a:gdLst/>
              <a:ahLst/>
              <a:cxnLst/>
              <a:rect l="l" t="t" r="r" b="b"/>
              <a:pathLst>
                <a:path w="460713" h="571843">
                  <a:moveTo>
                    <a:pt x="417381" y="12428"/>
                  </a:moveTo>
                  <a:cubicBezTo>
                    <a:pt x="400123" y="-20140"/>
                    <a:pt x="350293" y="8846"/>
                    <a:pt x="367555" y="41740"/>
                  </a:cubicBezTo>
                  <a:cubicBezTo>
                    <a:pt x="416729" y="138467"/>
                    <a:pt x="412173" y="253760"/>
                    <a:pt x="355179" y="345926"/>
                  </a:cubicBezTo>
                  <a:cubicBezTo>
                    <a:pt x="323258" y="395757"/>
                    <a:pt x="278314" y="435489"/>
                    <a:pt x="224906" y="460893"/>
                  </a:cubicBezTo>
                  <a:cubicBezTo>
                    <a:pt x="164325" y="495417"/>
                    <a:pt x="95933" y="513001"/>
                    <a:pt x="26236" y="512349"/>
                  </a:cubicBezTo>
                  <a:cubicBezTo>
                    <a:pt x="-10892" y="510397"/>
                    <a:pt x="-10892" y="568044"/>
                    <a:pt x="26236" y="569996"/>
                  </a:cubicBezTo>
                  <a:cubicBezTo>
                    <a:pt x="104401" y="570648"/>
                    <a:pt x="181587" y="551108"/>
                    <a:pt x="249980" y="513001"/>
                  </a:cubicBezTo>
                  <a:cubicBezTo>
                    <a:pt x="313816" y="482389"/>
                    <a:pt x="367555" y="434515"/>
                    <a:pt x="405657" y="374912"/>
                  </a:cubicBezTo>
                  <a:cubicBezTo>
                    <a:pt x="472423" y="264506"/>
                    <a:pt x="476983" y="127069"/>
                    <a:pt x="417381" y="1242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7827060" y="4812661"/>
              <a:ext cx="518311" cy="456704"/>
            </a:xfrm>
            <a:custGeom>
              <a:avLst/>
              <a:gdLst/>
              <a:ahLst/>
              <a:cxnLst/>
              <a:rect l="l" t="t" r="r" b="b"/>
              <a:pathLst>
                <a:path w="518311" h="456704">
                  <a:moveTo>
                    <a:pt x="515827" y="412502"/>
                  </a:moveTo>
                  <a:cubicBezTo>
                    <a:pt x="511267" y="397522"/>
                    <a:pt x="495634" y="388402"/>
                    <a:pt x="480328" y="392310"/>
                  </a:cubicBezTo>
                  <a:cubicBezTo>
                    <a:pt x="371222" y="407616"/>
                    <a:pt x="252351" y="394914"/>
                    <a:pt x="162136" y="325221"/>
                  </a:cubicBezTo>
                  <a:cubicBezTo>
                    <a:pt x="123378" y="296235"/>
                    <a:pt x="93744" y="257151"/>
                    <a:pt x="75503" y="212206"/>
                  </a:cubicBezTo>
                  <a:cubicBezTo>
                    <a:pt x="65409" y="185502"/>
                    <a:pt x="59871" y="157168"/>
                    <a:pt x="58893" y="128508"/>
                  </a:cubicBezTo>
                  <a:cubicBezTo>
                    <a:pt x="58893" y="114828"/>
                    <a:pt x="58893" y="101478"/>
                    <a:pt x="58893" y="87798"/>
                  </a:cubicBezTo>
                  <a:cubicBezTo>
                    <a:pt x="58893" y="79656"/>
                    <a:pt x="59545" y="71513"/>
                    <a:pt x="60849" y="63371"/>
                  </a:cubicBezTo>
                  <a:lnTo>
                    <a:pt x="60849" y="57507"/>
                  </a:lnTo>
                  <a:cubicBezTo>
                    <a:pt x="60849" y="54577"/>
                    <a:pt x="60849" y="52947"/>
                    <a:pt x="60849" y="52299"/>
                  </a:cubicBezTo>
                  <a:cubicBezTo>
                    <a:pt x="86250" y="34385"/>
                    <a:pt x="71595" y="-12837"/>
                    <a:pt x="39353" y="513"/>
                  </a:cubicBezTo>
                  <a:cubicBezTo>
                    <a:pt x="7111" y="13867"/>
                    <a:pt x="2225" y="46435"/>
                    <a:pt x="-379" y="79656"/>
                  </a:cubicBezTo>
                  <a:cubicBezTo>
                    <a:pt x="-3313" y="117436"/>
                    <a:pt x="-1031" y="155212"/>
                    <a:pt x="6785" y="192340"/>
                  </a:cubicBezTo>
                  <a:cubicBezTo>
                    <a:pt x="21113" y="253243"/>
                    <a:pt x="54007" y="308611"/>
                    <a:pt x="100582" y="350621"/>
                  </a:cubicBezTo>
                  <a:cubicBezTo>
                    <a:pt x="207080" y="448326"/>
                    <a:pt x="354937" y="467218"/>
                    <a:pt x="491400" y="448326"/>
                  </a:cubicBezTo>
                  <a:cubicBezTo>
                    <a:pt x="507358" y="446374"/>
                    <a:pt x="518431" y="431716"/>
                    <a:pt x="516479" y="415758"/>
                  </a:cubicBezTo>
                  <a:cubicBezTo>
                    <a:pt x="516479" y="414784"/>
                    <a:pt x="516153" y="413480"/>
                    <a:pt x="515827" y="41250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8920529" y="5319921"/>
              <a:ext cx="773627" cy="374227"/>
            </a:xfrm>
            <a:custGeom>
              <a:avLst/>
              <a:gdLst/>
              <a:ahLst/>
              <a:cxnLst/>
              <a:rect l="l" t="t" r="r" b="b"/>
              <a:pathLst>
                <a:path w="773627" h="374227">
                  <a:moveTo>
                    <a:pt x="718571" y="12392"/>
                  </a:moveTo>
                  <a:cubicBezTo>
                    <a:pt x="651482" y="132241"/>
                    <a:pt x="551822" y="242648"/>
                    <a:pt x="419923" y="290200"/>
                  </a:cubicBezTo>
                  <a:cubicBezTo>
                    <a:pt x="295184" y="335144"/>
                    <a:pt x="146349" y="318860"/>
                    <a:pt x="47992" y="225064"/>
                  </a:cubicBezTo>
                  <a:cubicBezTo>
                    <a:pt x="20962" y="199660"/>
                    <a:pt x="-19749" y="240370"/>
                    <a:pt x="7282" y="265774"/>
                  </a:cubicBezTo>
                  <a:cubicBezTo>
                    <a:pt x="120944" y="367387"/>
                    <a:pt x="281182" y="399303"/>
                    <a:pt x="425135" y="348821"/>
                  </a:cubicBezTo>
                  <a:cubicBezTo>
                    <a:pt x="576574" y="298342"/>
                    <a:pt x="691866" y="177185"/>
                    <a:pt x="768401" y="40726"/>
                  </a:cubicBezTo>
                  <a:cubicBezTo>
                    <a:pt x="785663" y="9136"/>
                    <a:pt x="736485" y="-20176"/>
                    <a:pt x="718571" y="1239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9680647" y="5905654"/>
              <a:ext cx="199390" cy="382077"/>
            </a:xfrm>
            <a:custGeom>
              <a:avLst/>
              <a:gdLst/>
              <a:ahLst/>
              <a:cxnLst/>
              <a:rect l="l" t="t" r="r" b="b"/>
              <a:pathLst>
                <a:path w="199390" h="382077">
                  <a:moveTo>
                    <a:pt x="161357" y="-793"/>
                  </a:moveTo>
                  <a:cubicBezTo>
                    <a:pt x="47694" y="25915"/>
                    <a:pt x="-22655" y="139904"/>
                    <a:pt x="4049" y="253241"/>
                  </a:cubicBezTo>
                  <a:cubicBezTo>
                    <a:pt x="15774" y="303071"/>
                    <a:pt x="44760" y="346712"/>
                    <a:pt x="86122" y="376350"/>
                  </a:cubicBezTo>
                  <a:cubicBezTo>
                    <a:pt x="99802" y="384166"/>
                    <a:pt x="117386" y="379932"/>
                    <a:pt x="125528" y="366252"/>
                  </a:cubicBezTo>
                  <a:cubicBezTo>
                    <a:pt x="133022" y="352246"/>
                    <a:pt x="128462" y="334987"/>
                    <a:pt x="115108" y="326519"/>
                  </a:cubicBezTo>
                  <a:cubicBezTo>
                    <a:pt x="68860" y="289065"/>
                    <a:pt x="47368" y="228815"/>
                    <a:pt x="60070" y="170516"/>
                  </a:cubicBezTo>
                  <a:cubicBezTo>
                    <a:pt x="74398" y="113196"/>
                    <a:pt x="119342" y="68578"/>
                    <a:pt x="176663" y="54575"/>
                  </a:cubicBezTo>
                  <a:cubicBezTo>
                    <a:pt x="191969" y="50341"/>
                    <a:pt x="200763" y="34383"/>
                    <a:pt x="196855" y="19073"/>
                  </a:cubicBezTo>
                  <a:cubicBezTo>
                    <a:pt x="192621" y="4093"/>
                    <a:pt x="176663" y="-5027"/>
                    <a:pt x="161357" y="-79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8956992" y="6017988"/>
              <a:ext cx="73185" cy="127253"/>
            </a:xfrm>
            <a:custGeom>
              <a:avLst/>
              <a:gdLst/>
              <a:ahLst/>
              <a:cxnLst/>
              <a:rect l="l" t="t" r="r" b="b"/>
              <a:pathLst>
                <a:path w="73185" h="127253">
                  <a:moveTo>
                    <a:pt x="60708" y="53623"/>
                  </a:moveTo>
                  <a:cubicBezTo>
                    <a:pt x="62338" y="49389"/>
                    <a:pt x="64616" y="45155"/>
                    <a:pt x="67546" y="41573"/>
                  </a:cubicBezTo>
                  <a:cubicBezTo>
                    <a:pt x="75688" y="27897"/>
                    <a:pt x="71132" y="9983"/>
                    <a:pt x="57126" y="1840"/>
                  </a:cubicBezTo>
                  <a:cubicBezTo>
                    <a:pt x="57126" y="1840"/>
                    <a:pt x="57126" y="1840"/>
                    <a:pt x="57126" y="1840"/>
                  </a:cubicBezTo>
                  <a:cubicBezTo>
                    <a:pt x="50287" y="-2068"/>
                    <a:pt x="42471" y="-2720"/>
                    <a:pt x="34977" y="-764"/>
                  </a:cubicBezTo>
                  <a:cubicBezTo>
                    <a:pt x="27813" y="1514"/>
                    <a:pt x="21953" y="6075"/>
                    <a:pt x="17719" y="12261"/>
                  </a:cubicBezTo>
                  <a:cubicBezTo>
                    <a:pt x="-521" y="39295"/>
                    <a:pt x="-6381" y="72837"/>
                    <a:pt x="2409" y="104431"/>
                  </a:cubicBezTo>
                  <a:cubicBezTo>
                    <a:pt x="4365" y="111595"/>
                    <a:pt x="9251" y="118107"/>
                    <a:pt x="15763" y="121689"/>
                  </a:cubicBezTo>
                  <a:cubicBezTo>
                    <a:pt x="29769" y="129509"/>
                    <a:pt x="47353" y="124623"/>
                    <a:pt x="55170" y="110943"/>
                  </a:cubicBezTo>
                  <a:cubicBezTo>
                    <a:pt x="59082" y="104105"/>
                    <a:pt x="60056" y="96289"/>
                    <a:pt x="58104" y="89121"/>
                  </a:cubicBezTo>
                  <a:cubicBezTo>
                    <a:pt x="57778" y="87169"/>
                    <a:pt x="57778" y="84891"/>
                    <a:pt x="58104" y="82935"/>
                  </a:cubicBezTo>
                  <a:cubicBezTo>
                    <a:pt x="57778" y="78049"/>
                    <a:pt x="57778" y="73163"/>
                    <a:pt x="58104" y="68281"/>
                  </a:cubicBezTo>
                  <a:cubicBezTo>
                    <a:pt x="58430" y="63395"/>
                    <a:pt x="59404" y="58509"/>
                    <a:pt x="60708" y="5362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6781510" y="2283488"/>
              <a:ext cx="5410491" cy="3841709"/>
            </a:xfrm>
            <a:custGeom>
              <a:avLst/>
              <a:gdLst/>
              <a:ahLst/>
              <a:cxnLst/>
              <a:rect l="l" t="t" r="r" b="b"/>
              <a:pathLst>
                <a:path w="5410491" h="3841709">
                  <a:moveTo>
                    <a:pt x="969069" y="220"/>
                  </a:moveTo>
                  <a:cubicBezTo>
                    <a:pt x="1022212" y="-2513"/>
                    <a:pt x="1078148" y="20632"/>
                    <a:pt x="1128219" y="45058"/>
                  </a:cubicBezTo>
                  <a:cubicBezTo>
                    <a:pt x="2032314" y="450857"/>
                    <a:pt x="3001870" y="690233"/>
                    <a:pt x="3990967" y="752439"/>
                  </a:cubicBezTo>
                  <a:cubicBezTo>
                    <a:pt x="4248909" y="769376"/>
                    <a:pt x="4507173" y="774910"/>
                    <a:pt x="4765441" y="780448"/>
                  </a:cubicBezTo>
                  <a:lnTo>
                    <a:pt x="5410491" y="794298"/>
                  </a:lnTo>
                  <a:lnTo>
                    <a:pt x="5410491" y="2376311"/>
                  </a:lnTo>
                  <a:lnTo>
                    <a:pt x="4975235" y="2317542"/>
                  </a:lnTo>
                  <a:cubicBezTo>
                    <a:pt x="4781744" y="2293446"/>
                    <a:pt x="4587942" y="2271341"/>
                    <a:pt x="4393836" y="2251230"/>
                  </a:cubicBezTo>
                  <a:cubicBezTo>
                    <a:pt x="3897497" y="2739754"/>
                    <a:pt x="3134421" y="2851460"/>
                    <a:pt x="2550475" y="3235441"/>
                  </a:cubicBezTo>
                  <a:cubicBezTo>
                    <a:pt x="2337804" y="3420104"/>
                    <a:pt x="2109826" y="3586528"/>
                    <a:pt x="1869146" y="3732433"/>
                  </a:cubicBezTo>
                  <a:cubicBezTo>
                    <a:pt x="1790660" y="3784215"/>
                    <a:pt x="1702723" y="3820365"/>
                    <a:pt x="1610557" y="3838279"/>
                  </a:cubicBezTo>
                  <a:cubicBezTo>
                    <a:pt x="1517738" y="3851307"/>
                    <a:pt x="1415147" y="3827855"/>
                    <a:pt x="1353267" y="3757185"/>
                  </a:cubicBezTo>
                  <a:cubicBezTo>
                    <a:pt x="1305718" y="3701168"/>
                    <a:pt x="1293994" y="3623004"/>
                    <a:pt x="1322977" y="3555259"/>
                  </a:cubicBezTo>
                  <a:cubicBezTo>
                    <a:pt x="1248398" y="3604112"/>
                    <a:pt x="1172837" y="3652964"/>
                    <a:pt x="1094999" y="3694652"/>
                  </a:cubicBezTo>
                  <a:cubicBezTo>
                    <a:pt x="942908" y="3776073"/>
                    <a:pt x="774529" y="3835997"/>
                    <a:pt x="601919" y="3831441"/>
                  </a:cubicBezTo>
                  <a:cubicBezTo>
                    <a:pt x="539387" y="3831441"/>
                    <a:pt x="468386" y="3814505"/>
                    <a:pt x="436470" y="3760441"/>
                  </a:cubicBezTo>
                  <a:cubicBezTo>
                    <a:pt x="404554" y="3706376"/>
                    <a:pt x="424094" y="3643848"/>
                    <a:pt x="457314" y="3587828"/>
                  </a:cubicBezTo>
                  <a:cubicBezTo>
                    <a:pt x="431910" y="3601508"/>
                    <a:pt x="405532" y="3614536"/>
                    <a:pt x="378498" y="3625934"/>
                  </a:cubicBezTo>
                  <a:cubicBezTo>
                    <a:pt x="315643" y="3655572"/>
                    <a:pt x="246599" y="3668600"/>
                    <a:pt x="177228" y="3664040"/>
                  </a:cubicBezTo>
                  <a:cubicBezTo>
                    <a:pt x="107532" y="3658176"/>
                    <a:pt x="45977" y="3616814"/>
                    <a:pt x="14387" y="3554611"/>
                  </a:cubicBezTo>
                  <a:cubicBezTo>
                    <a:pt x="-6457" y="3501851"/>
                    <a:pt x="-4501" y="3443227"/>
                    <a:pt x="19273" y="3391770"/>
                  </a:cubicBezTo>
                  <a:cubicBezTo>
                    <a:pt x="42069" y="3341288"/>
                    <a:pt x="73334" y="3295040"/>
                    <a:pt x="111440" y="3254981"/>
                  </a:cubicBezTo>
                  <a:cubicBezTo>
                    <a:pt x="217939" y="3131872"/>
                    <a:pt x="338114" y="3021144"/>
                    <a:pt x="469690" y="2925391"/>
                  </a:cubicBezTo>
                  <a:cubicBezTo>
                    <a:pt x="410418" y="2965775"/>
                    <a:pt x="342674" y="2992157"/>
                    <a:pt x="271677" y="3002903"/>
                  </a:cubicBezTo>
                  <a:cubicBezTo>
                    <a:pt x="153128" y="3017558"/>
                    <a:pt x="15039" y="2946235"/>
                    <a:pt x="1359" y="2827360"/>
                  </a:cubicBezTo>
                  <a:cubicBezTo>
                    <a:pt x="-1245" y="2777208"/>
                    <a:pt x="9827" y="2727378"/>
                    <a:pt x="33927" y="2683411"/>
                  </a:cubicBezTo>
                  <a:cubicBezTo>
                    <a:pt x="103624" y="2533920"/>
                    <a:pt x="226733" y="2417001"/>
                    <a:pt x="348864" y="2306269"/>
                  </a:cubicBezTo>
                  <a:cubicBezTo>
                    <a:pt x="834779" y="1864971"/>
                    <a:pt x="1348707" y="1455912"/>
                    <a:pt x="1887712" y="1081378"/>
                  </a:cubicBezTo>
                  <a:cubicBezTo>
                    <a:pt x="1658105" y="1001913"/>
                    <a:pt x="1441525" y="888898"/>
                    <a:pt x="1245142" y="746249"/>
                  </a:cubicBezTo>
                  <a:cubicBezTo>
                    <a:pt x="1085231" y="629983"/>
                    <a:pt x="934766" y="488638"/>
                    <a:pt x="859857" y="305604"/>
                  </a:cubicBezTo>
                  <a:cubicBezTo>
                    <a:pt x="818169" y="203992"/>
                    <a:pt x="817521" y="59713"/>
                    <a:pt x="917178" y="12490"/>
                  </a:cubicBezTo>
                  <a:cubicBezTo>
                    <a:pt x="933951" y="4918"/>
                    <a:pt x="951355" y="1131"/>
                    <a:pt x="969069" y="220"/>
                  </a:cubicBezTo>
                  <a:close/>
                </a:path>
              </a:pathLst>
            </a:custGeom>
            <a:solidFill>
              <a:srgbClr val="FFA4C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8067528" y="4906812"/>
              <a:ext cx="1221585" cy="984474"/>
            </a:xfrm>
            <a:custGeom>
              <a:avLst/>
              <a:gdLst/>
              <a:ahLst/>
              <a:cxnLst/>
              <a:rect l="l" t="t" r="r" b="b"/>
              <a:pathLst>
                <a:path w="1221585" h="984474">
                  <a:moveTo>
                    <a:pt x="1169356" y="5044"/>
                  </a:moveTo>
                  <a:lnTo>
                    <a:pt x="8297" y="934543"/>
                  </a:lnTo>
                  <a:cubicBezTo>
                    <a:pt x="-20685" y="957665"/>
                    <a:pt x="20351" y="999679"/>
                    <a:pt x="49008" y="975253"/>
                  </a:cubicBezTo>
                  <a:lnTo>
                    <a:pt x="1210066" y="45755"/>
                  </a:lnTo>
                  <a:cubicBezTo>
                    <a:pt x="1239052" y="22632"/>
                    <a:pt x="1198016" y="-18078"/>
                    <a:pt x="1169356" y="5044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7221453" y="4555308"/>
              <a:ext cx="1796264" cy="1358353"/>
            </a:xfrm>
            <a:custGeom>
              <a:avLst/>
              <a:gdLst/>
              <a:ahLst/>
              <a:cxnLst/>
              <a:rect l="l" t="t" r="r" b="b"/>
              <a:pathLst>
                <a:path w="1796264" h="1358353">
                  <a:moveTo>
                    <a:pt x="1753258" y="3836"/>
                  </a:moveTo>
                  <a:lnTo>
                    <a:pt x="397116" y="1013451"/>
                  </a:lnTo>
                  <a:cubicBezTo>
                    <a:pt x="268469" y="1109525"/>
                    <a:pt x="139501" y="1205278"/>
                    <a:pt x="10532" y="1301027"/>
                  </a:cubicBezTo>
                  <a:cubicBezTo>
                    <a:pt x="-18781" y="1323175"/>
                    <a:pt x="10532" y="1373327"/>
                    <a:pt x="39844" y="1350857"/>
                  </a:cubicBezTo>
                  <a:lnTo>
                    <a:pt x="1395659" y="341242"/>
                  </a:lnTo>
                  <a:lnTo>
                    <a:pt x="1782244" y="53340"/>
                  </a:lnTo>
                  <a:cubicBezTo>
                    <a:pt x="1811878" y="31518"/>
                    <a:pt x="1782892" y="-18639"/>
                    <a:pt x="1753258" y="3836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7189242" y="4063346"/>
              <a:ext cx="1641268" cy="1215279"/>
            </a:xfrm>
            <a:custGeom>
              <a:avLst/>
              <a:gdLst/>
              <a:ahLst/>
              <a:cxnLst/>
              <a:rect l="l" t="t" r="r" b="b"/>
              <a:pathLst>
                <a:path w="1641268" h="1215279">
                  <a:moveTo>
                    <a:pt x="1598202" y="3692"/>
                  </a:moveTo>
                  <a:lnTo>
                    <a:pt x="360609" y="903553"/>
                  </a:lnTo>
                  <a:lnTo>
                    <a:pt x="10826" y="1158235"/>
                  </a:lnTo>
                  <a:cubicBezTo>
                    <a:pt x="-19138" y="1179731"/>
                    <a:pt x="10826" y="1229883"/>
                    <a:pt x="39809" y="1208065"/>
                  </a:cubicBezTo>
                  <a:lnTo>
                    <a:pt x="1277401" y="308205"/>
                  </a:lnTo>
                  <a:lnTo>
                    <a:pt x="1627188" y="53519"/>
                  </a:lnTo>
                  <a:cubicBezTo>
                    <a:pt x="1656822" y="31701"/>
                    <a:pt x="1628162" y="-18456"/>
                    <a:pt x="1598202" y="3692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7736120" y="4254508"/>
              <a:ext cx="81100" cy="255333"/>
            </a:xfrm>
            <a:custGeom>
              <a:avLst/>
              <a:gdLst/>
              <a:ahLst/>
              <a:cxnLst/>
              <a:rect l="l" t="t" r="r" b="b"/>
              <a:pathLst>
                <a:path w="81100" h="255332">
                  <a:moveTo>
                    <a:pt x="50824" y="-1832"/>
                  </a:moveTo>
                  <a:cubicBezTo>
                    <a:pt x="34866" y="-1506"/>
                    <a:pt x="22164" y="11196"/>
                    <a:pt x="21842" y="27154"/>
                  </a:cubicBezTo>
                  <a:lnTo>
                    <a:pt x="-1610" y="224842"/>
                  </a:lnTo>
                  <a:cubicBezTo>
                    <a:pt x="-1284" y="240800"/>
                    <a:pt x="11418" y="253502"/>
                    <a:pt x="27376" y="253502"/>
                  </a:cubicBezTo>
                  <a:cubicBezTo>
                    <a:pt x="43008" y="252850"/>
                    <a:pt x="55384" y="240474"/>
                    <a:pt x="56036" y="224842"/>
                  </a:cubicBezTo>
                  <a:lnTo>
                    <a:pt x="79485" y="27154"/>
                  </a:lnTo>
                  <a:cubicBezTo>
                    <a:pt x="79811" y="11196"/>
                    <a:pt x="67109" y="-1506"/>
                    <a:pt x="51150" y="-1832"/>
                  </a:cubicBezTo>
                  <a:cubicBezTo>
                    <a:pt x="51150" y="-1832"/>
                    <a:pt x="50824" y="-1832"/>
                    <a:pt x="50824" y="-1832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7833877" y="4290405"/>
              <a:ext cx="90110" cy="180609"/>
            </a:xfrm>
            <a:custGeom>
              <a:avLst/>
              <a:gdLst/>
              <a:ahLst/>
              <a:cxnLst/>
              <a:rect l="l" t="t" r="r" b="b"/>
              <a:pathLst>
                <a:path w="90110" h="180609">
                  <a:moveTo>
                    <a:pt x="67382" y="-927"/>
                  </a:moveTo>
                  <a:cubicBezTo>
                    <a:pt x="52076" y="-4835"/>
                    <a:pt x="36444" y="4285"/>
                    <a:pt x="31884" y="19265"/>
                  </a:cubicBezTo>
                  <a:cubicBezTo>
                    <a:pt x="21464" y="60302"/>
                    <a:pt x="10714" y="101338"/>
                    <a:pt x="-684" y="142374"/>
                  </a:cubicBezTo>
                  <a:cubicBezTo>
                    <a:pt x="-4592" y="157680"/>
                    <a:pt x="4202" y="173312"/>
                    <a:pt x="19508" y="177872"/>
                  </a:cubicBezTo>
                  <a:cubicBezTo>
                    <a:pt x="34814" y="181781"/>
                    <a:pt x="50450" y="172660"/>
                    <a:pt x="55006" y="157680"/>
                  </a:cubicBezTo>
                  <a:lnTo>
                    <a:pt x="87574" y="34571"/>
                  </a:lnTo>
                  <a:cubicBezTo>
                    <a:pt x="91482" y="19265"/>
                    <a:pt x="82692" y="3633"/>
                    <a:pt x="67382" y="-927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8076187" y="4771281"/>
              <a:ext cx="97253" cy="243968"/>
            </a:xfrm>
            <a:custGeom>
              <a:avLst/>
              <a:gdLst/>
              <a:ahLst/>
              <a:cxnLst/>
              <a:rect l="l" t="t" r="r" b="b"/>
              <a:pathLst>
                <a:path w="97253" h="243968">
                  <a:moveTo>
                    <a:pt x="74547" y="-770"/>
                  </a:moveTo>
                  <a:cubicBezTo>
                    <a:pt x="59240" y="-5004"/>
                    <a:pt x="43608" y="3790"/>
                    <a:pt x="39048" y="19096"/>
                  </a:cubicBezTo>
                  <a:lnTo>
                    <a:pt x="-684" y="206037"/>
                  </a:lnTo>
                  <a:cubicBezTo>
                    <a:pt x="-4592" y="221344"/>
                    <a:pt x="4198" y="236976"/>
                    <a:pt x="19508" y="241210"/>
                  </a:cubicBezTo>
                  <a:cubicBezTo>
                    <a:pt x="34814" y="245118"/>
                    <a:pt x="50446" y="236328"/>
                    <a:pt x="55006" y="221344"/>
                  </a:cubicBezTo>
                  <a:lnTo>
                    <a:pt x="94739" y="34728"/>
                  </a:lnTo>
                  <a:cubicBezTo>
                    <a:pt x="98647" y="19422"/>
                    <a:pt x="89527" y="3790"/>
                    <a:pt x="74547" y="-770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8433081" y="5156646"/>
              <a:ext cx="57972" cy="223421"/>
            </a:xfrm>
            <a:custGeom>
              <a:avLst/>
              <a:gdLst/>
              <a:ahLst/>
              <a:cxnLst/>
              <a:rect l="l" t="t" r="r" b="b"/>
              <a:pathLst>
                <a:path w="57972" h="223421">
                  <a:moveTo>
                    <a:pt x="27376" y="-1832"/>
                  </a:moveTo>
                  <a:cubicBezTo>
                    <a:pt x="11418" y="-1506"/>
                    <a:pt x="-1284" y="10870"/>
                    <a:pt x="-1610" y="26828"/>
                  </a:cubicBezTo>
                  <a:lnTo>
                    <a:pt x="-1610" y="192604"/>
                  </a:lnTo>
                  <a:cubicBezTo>
                    <a:pt x="-1610" y="208562"/>
                    <a:pt x="11418" y="221590"/>
                    <a:pt x="27376" y="221590"/>
                  </a:cubicBezTo>
                  <a:cubicBezTo>
                    <a:pt x="43334" y="221590"/>
                    <a:pt x="56362" y="208562"/>
                    <a:pt x="56362" y="192604"/>
                  </a:cubicBezTo>
                  <a:lnTo>
                    <a:pt x="56362" y="26828"/>
                  </a:lnTo>
                  <a:cubicBezTo>
                    <a:pt x="56036" y="10870"/>
                    <a:pt x="43334" y="-1506"/>
                    <a:pt x="27376" y="-1832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8818040" y="5434454"/>
              <a:ext cx="57968" cy="191501"/>
            </a:xfrm>
            <a:custGeom>
              <a:avLst/>
              <a:gdLst/>
              <a:ahLst/>
              <a:cxnLst/>
              <a:rect l="l" t="t" r="r" b="b"/>
              <a:pathLst>
                <a:path w="57968" h="191501">
                  <a:moveTo>
                    <a:pt x="27372" y="-1832"/>
                  </a:moveTo>
                  <a:cubicBezTo>
                    <a:pt x="11414" y="-1506"/>
                    <a:pt x="-1288" y="11196"/>
                    <a:pt x="-1610" y="27154"/>
                  </a:cubicBezTo>
                  <a:lnTo>
                    <a:pt x="-1610" y="160683"/>
                  </a:lnTo>
                  <a:cubicBezTo>
                    <a:pt x="-1610" y="176641"/>
                    <a:pt x="11414" y="189670"/>
                    <a:pt x="27372" y="189670"/>
                  </a:cubicBezTo>
                  <a:cubicBezTo>
                    <a:pt x="43334" y="189670"/>
                    <a:pt x="56359" y="176641"/>
                    <a:pt x="56359" y="160683"/>
                  </a:cubicBezTo>
                  <a:lnTo>
                    <a:pt x="56359" y="27154"/>
                  </a:lnTo>
                  <a:cubicBezTo>
                    <a:pt x="56033" y="11196"/>
                    <a:pt x="43334" y="-1506"/>
                    <a:pt x="27372" y="-1832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8912330" y="5397000"/>
              <a:ext cx="58045" cy="194589"/>
            </a:xfrm>
            <a:custGeom>
              <a:avLst/>
              <a:gdLst/>
              <a:ahLst/>
              <a:cxnLst/>
              <a:rect l="l" t="t" r="r" b="b"/>
              <a:pathLst>
                <a:path w="58045" h="194589">
                  <a:moveTo>
                    <a:pt x="27205" y="-1832"/>
                  </a:moveTo>
                  <a:cubicBezTo>
                    <a:pt x="11247" y="-1506"/>
                    <a:pt x="-1130" y="11196"/>
                    <a:pt x="-1456" y="27154"/>
                  </a:cubicBezTo>
                  <a:lnTo>
                    <a:pt x="-1456" y="160683"/>
                  </a:lnTo>
                  <a:cubicBezTo>
                    <a:pt x="-3082" y="176645"/>
                    <a:pt x="8317" y="190974"/>
                    <a:pt x="24275" y="192604"/>
                  </a:cubicBezTo>
                  <a:cubicBezTo>
                    <a:pt x="40233" y="194230"/>
                    <a:pt x="54565" y="182831"/>
                    <a:pt x="56191" y="166873"/>
                  </a:cubicBezTo>
                  <a:cubicBezTo>
                    <a:pt x="56517" y="164917"/>
                    <a:pt x="56517" y="162639"/>
                    <a:pt x="56191" y="160683"/>
                  </a:cubicBezTo>
                  <a:lnTo>
                    <a:pt x="56191" y="27154"/>
                  </a:lnTo>
                  <a:cubicBezTo>
                    <a:pt x="55865" y="11196"/>
                    <a:pt x="43163" y="-1506"/>
                    <a:pt x="27205" y="-1832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8560424" y="5140362"/>
              <a:ext cx="57646" cy="143301"/>
            </a:xfrm>
            <a:custGeom>
              <a:avLst/>
              <a:gdLst/>
              <a:ahLst/>
              <a:cxnLst/>
              <a:rect l="l" t="t" r="r" b="b"/>
              <a:pathLst>
                <a:path w="57646" h="143301">
                  <a:moveTo>
                    <a:pt x="27050" y="-1832"/>
                  </a:moveTo>
                  <a:cubicBezTo>
                    <a:pt x="11092" y="-1506"/>
                    <a:pt x="-1284" y="11196"/>
                    <a:pt x="-1610" y="27154"/>
                  </a:cubicBezTo>
                  <a:lnTo>
                    <a:pt x="-1610" y="112809"/>
                  </a:lnTo>
                  <a:cubicBezTo>
                    <a:pt x="-1284" y="128441"/>
                    <a:pt x="11418" y="141143"/>
                    <a:pt x="27050" y="141469"/>
                  </a:cubicBezTo>
                  <a:cubicBezTo>
                    <a:pt x="43008" y="141143"/>
                    <a:pt x="55710" y="128767"/>
                    <a:pt x="56036" y="112809"/>
                  </a:cubicBezTo>
                  <a:lnTo>
                    <a:pt x="56036" y="27154"/>
                  </a:lnTo>
                  <a:cubicBezTo>
                    <a:pt x="55710" y="11196"/>
                    <a:pt x="43008" y="-1506"/>
                    <a:pt x="27050" y="-1832"/>
                  </a:cubicBezTo>
                  <a:close/>
                </a:path>
              </a:pathLst>
            </a:custGeom>
            <a:solidFill>
              <a:srgbClr val="FF80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6773842" y="5531667"/>
              <a:ext cx="460126" cy="421577"/>
            </a:xfrm>
            <a:custGeom>
              <a:avLst/>
              <a:gdLst/>
              <a:ahLst/>
              <a:cxnLst/>
              <a:rect l="l" t="t" r="r" b="b"/>
              <a:pathLst>
                <a:path w="460126" h="421577">
                  <a:moveTo>
                    <a:pt x="453909" y="255623"/>
                  </a:moveTo>
                  <a:cubicBezTo>
                    <a:pt x="442837" y="276793"/>
                    <a:pt x="427201" y="295355"/>
                    <a:pt x="407987" y="309688"/>
                  </a:cubicBezTo>
                  <a:cubicBezTo>
                    <a:pt x="387143" y="327272"/>
                    <a:pt x="365325" y="344534"/>
                    <a:pt x="342851" y="360166"/>
                  </a:cubicBezTo>
                  <a:cubicBezTo>
                    <a:pt x="297906" y="392408"/>
                    <a:pt x="245472" y="412600"/>
                    <a:pt x="190434" y="418790"/>
                  </a:cubicBezTo>
                  <a:cubicBezTo>
                    <a:pt x="138973" y="424002"/>
                    <a:pt x="87843" y="407718"/>
                    <a:pt x="48759" y="374172"/>
                  </a:cubicBezTo>
                  <a:cubicBezTo>
                    <a:pt x="12608" y="342908"/>
                    <a:pt x="-5954" y="296333"/>
                    <a:pt x="-746" y="248785"/>
                  </a:cubicBezTo>
                  <a:cubicBezTo>
                    <a:pt x="9026" y="197325"/>
                    <a:pt x="31174" y="148798"/>
                    <a:pt x="64391" y="108088"/>
                  </a:cubicBezTo>
                  <a:cubicBezTo>
                    <a:pt x="95007" y="65752"/>
                    <a:pt x="135717" y="32206"/>
                    <a:pt x="183266" y="10383"/>
                  </a:cubicBezTo>
                  <a:cubicBezTo>
                    <a:pt x="230492" y="-11435"/>
                    <a:pt x="285856" y="-3619"/>
                    <a:pt x="325263" y="30576"/>
                  </a:cubicBezTo>
                  <a:cubicBezTo>
                    <a:pt x="350993" y="52724"/>
                    <a:pt x="374115" y="77802"/>
                    <a:pt x="393659" y="105484"/>
                  </a:cubicBezTo>
                  <a:cubicBezTo>
                    <a:pt x="412547" y="127954"/>
                    <a:pt x="429157" y="152380"/>
                    <a:pt x="443159" y="178437"/>
                  </a:cubicBezTo>
                  <a:cubicBezTo>
                    <a:pt x="458795" y="200907"/>
                    <a:pt x="462703" y="229567"/>
                    <a:pt x="453909" y="255623"/>
                  </a:cubicBezTo>
                  <a:close/>
                </a:path>
              </a:pathLst>
            </a:custGeom>
            <a:solidFill>
              <a:srgbClr val="FFC5D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6788970" y="4913421"/>
              <a:ext cx="416041" cy="382210"/>
            </a:xfrm>
            <a:custGeom>
              <a:avLst/>
              <a:gdLst/>
              <a:ahLst/>
              <a:cxnLst/>
              <a:rect l="l" t="t" r="r" b="b"/>
              <a:pathLst>
                <a:path w="416041" h="382210">
                  <a:moveTo>
                    <a:pt x="88" y="238789"/>
                  </a:moveTo>
                  <a:cubicBezTo>
                    <a:pt x="-9358" y="184398"/>
                    <a:pt x="22232" y="138806"/>
                    <a:pt x="54800" y="98422"/>
                  </a:cubicBezTo>
                  <a:cubicBezTo>
                    <a:pt x="80856" y="63897"/>
                    <a:pt x="114399" y="35563"/>
                    <a:pt x="152505" y="15371"/>
                  </a:cubicBezTo>
                  <a:cubicBezTo>
                    <a:pt x="170419" y="2669"/>
                    <a:pt x="191911" y="-3195"/>
                    <a:pt x="213733" y="-1565"/>
                  </a:cubicBezTo>
                  <a:cubicBezTo>
                    <a:pt x="244349" y="2995"/>
                    <a:pt x="273332" y="15371"/>
                    <a:pt x="297758" y="34585"/>
                  </a:cubicBezTo>
                  <a:cubicBezTo>
                    <a:pt x="340750" y="61293"/>
                    <a:pt x="375922" y="99070"/>
                    <a:pt x="399697" y="143688"/>
                  </a:cubicBezTo>
                  <a:cubicBezTo>
                    <a:pt x="410773" y="166162"/>
                    <a:pt x="415981" y="191566"/>
                    <a:pt x="414029" y="216640"/>
                  </a:cubicBezTo>
                  <a:cubicBezTo>
                    <a:pt x="407513" y="242371"/>
                    <a:pt x="392533" y="265493"/>
                    <a:pt x="371362" y="281777"/>
                  </a:cubicBezTo>
                  <a:cubicBezTo>
                    <a:pt x="335212" y="321187"/>
                    <a:pt x="290594" y="351473"/>
                    <a:pt x="241089" y="371018"/>
                  </a:cubicBezTo>
                  <a:cubicBezTo>
                    <a:pt x="191589" y="387302"/>
                    <a:pt x="137851" y="382090"/>
                    <a:pt x="92254" y="357337"/>
                  </a:cubicBezTo>
                  <a:cubicBezTo>
                    <a:pt x="45354" y="333563"/>
                    <a:pt x="11812" y="289919"/>
                    <a:pt x="88" y="238789"/>
                  </a:cubicBezTo>
                  <a:close/>
                </a:path>
              </a:pathLst>
            </a:custGeom>
            <a:solidFill>
              <a:srgbClr val="FFC5D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8099899" y="5811635"/>
              <a:ext cx="457826" cy="347356"/>
            </a:xfrm>
            <a:custGeom>
              <a:avLst/>
              <a:gdLst/>
              <a:ahLst/>
              <a:cxnLst/>
              <a:rect l="l" t="t" r="r" b="b"/>
              <a:pathLst>
                <a:path w="457826" h="347356">
                  <a:moveTo>
                    <a:pt x="382055" y="297430"/>
                  </a:moveTo>
                  <a:cubicBezTo>
                    <a:pt x="289884" y="358007"/>
                    <a:pt x="171662" y="361589"/>
                    <a:pt x="75913" y="306876"/>
                  </a:cubicBezTo>
                  <a:cubicBezTo>
                    <a:pt x="28039" y="284076"/>
                    <a:pt x="-2252" y="235224"/>
                    <a:pt x="-1600" y="182137"/>
                  </a:cubicBezTo>
                  <a:cubicBezTo>
                    <a:pt x="3938" y="123843"/>
                    <a:pt x="47905" y="81177"/>
                    <a:pt x="93175" y="49260"/>
                  </a:cubicBezTo>
                  <a:cubicBezTo>
                    <a:pt x="139093" y="12458"/>
                    <a:pt x="197392" y="-5456"/>
                    <a:pt x="256016" y="-1222"/>
                  </a:cubicBezTo>
                  <a:cubicBezTo>
                    <a:pt x="284676" y="3338"/>
                    <a:pt x="311381" y="15714"/>
                    <a:pt x="333529" y="33954"/>
                  </a:cubicBezTo>
                  <a:lnTo>
                    <a:pt x="338411" y="36558"/>
                  </a:lnTo>
                  <a:cubicBezTo>
                    <a:pt x="364141" y="53168"/>
                    <a:pt x="387915" y="72709"/>
                    <a:pt x="409085" y="94857"/>
                  </a:cubicBezTo>
                  <a:cubicBezTo>
                    <a:pt x="430581" y="114397"/>
                    <a:pt x="446214" y="139801"/>
                    <a:pt x="454030" y="167809"/>
                  </a:cubicBezTo>
                  <a:cubicBezTo>
                    <a:pt x="466406" y="220896"/>
                    <a:pt x="424065" y="267792"/>
                    <a:pt x="382055" y="297430"/>
                  </a:cubicBezTo>
                  <a:close/>
                </a:path>
              </a:pathLst>
            </a:custGeom>
            <a:solidFill>
              <a:srgbClr val="FFC5D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7666546" y="2269962"/>
              <a:ext cx="452762" cy="271215"/>
            </a:xfrm>
            <a:custGeom>
              <a:avLst/>
              <a:gdLst/>
              <a:ahLst/>
              <a:cxnLst/>
              <a:rect l="l" t="t" r="r" b="b"/>
              <a:pathLst>
                <a:path w="452762" h="271215">
                  <a:moveTo>
                    <a:pt x="376388" y="269299"/>
                  </a:moveTo>
                  <a:cubicBezTo>
                    <a:pt x="328184" y="270277"/>
                    <a:pt x="280310" y="262783"/>
                    <a:pt x="234713" y="246825"/>
                  </a:cubicBezTo>
                  <a:cubicBezTo>
                    <a:pt x="167299" y="224681"/>
                    <a:pt x="105744" y="187227"/>
                    <a:pt x="54614" y="138048"/>
                  </a:cubicBezTo>
                  <a:cubicBezTo>
                    <a:pt x="40282" y="129906"/>
                    <a:pt x="27580" y="119812"/>
                    <a:pt x="16508" y="107762"/>
                  </a:cubicBezTo>
                  <a:cubicBezTo>
                    <a:pt x="-7918" y="83010"/>
                    <a:pt x="-7592" y="42948"/>
                    <a:pt x="17160" y="18521"/>
                  </a:cubicBezTo>
                  <a:cubicBezTo>
                    <a:pt x="23998" y="11683"/>
                    <a:pt x="32140" y="6471"/>
                    <a:pt x="41260" y="3541"/>
                  </a:cubicBezTo>
                  <a:cubicBezTo>
                    <a:pt x="66338" y="-3623"/>
                    <a:pt x="92716" y="-3623"/>
                    <a:pt x="117795" y="3541"/>
                  </a:cubicBezTo>
                  <a:cubicBezTo>
                    <a:pt x="144503" y="9405"/>
                    <a:pt x="170555" y="16895"/>
                    <a:pt x="196611" y="25363"/>
                  </a:cubicBezTo>
                  <a:cubicBezTo>
                    <a:pt x="248719" y="42948"/>
                    <a:pt x="298550" y="66074"/>
                    <a:pt x="345446" y="94408"/>
                  </a:cubicBezTo>
                  <a:cubicBezTo>
                    <a:pt x="383552" y="117530"/>
                    <a:pt x="443151" y="147494"/>
                    <a:pt x="450315" y="196347"/>
                  </a:cubicBezTo>
                  <a:cubicBezTo>
                    <a:pt x="457483" y="245199"/>
                    <a:pt x="417421" y="267669"/>
                    <a:pt x="376388" y="269299"/>
                  </a:cubicBezTo>
                  <a:close/>
                </a:path>
              </a:pathLst>
            </a:custGeom>
            <a:solidFill>
              <a:srgbClr val="FFC5D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223847" y="5833954"/>
              <a:ext cx="392801" cy="308754"/>
            </a:xfrm>
            <a:custGeom>
              <a:avLst/>
              <a:gdLst/>
              <a:ahLst/>
              <a:cxnLst/>
              <a:rect l="l" t="t" r="r" b="b"/>
              <a:pathLst>
                <a:path w="392801" h="308754">
                  <a:moveTo>
                    <a:pt x="371274" y="103150"/>
                  </a:moveTo>
                  <a:cubicBezTo>
                    <a:pt x="396675" y="141582"/>
                    <a:pt x="401561" y="186852"/>
                    <a:pt x="363454" y="218117"/>
                  </a:cubicBezTo>
                  <a:cubicBezTo>
                    <a:pt x="325352" y="250359"/>
                    <a:pt x="282034" y="275763"/>
                    <a:pt x="235137" y="293351"/>
                  </a:cubicBezTo>
                  <a:cubicBezTo>
                    <a:pt x="157299" y="321359"/>
                    <a:pt x="48848" y="308983"/>
                    <a:pt x="7160" y="228215"/>
                  </a:cubicBezTo>
                  <a:cubicBezTo>
                    <a:pt x="-15962" y="181966"/>
                    <a:pt x="10742" y="141908"/>
                    <a:pt x="39728" y="105432"/>
                  </a:cubicBezTo>
                  <a:cubicBezTo>
                    <a:pt x="69366" y="66348"/>
                    <a:pt x="107795" y="34757"/>
                    <a:pt x="151761" y="13587"/>
                  </a:cubicBezTo>
                  <a:cubicBezTo>
                    <a:pt x="192797" y="-7905"/>
                    <a:pt x="241976" y="-6931"/>
                    <a:pt x="282034" y="16521"/>
                  </a:cubicBezTo>
                  <a:cubicBezTo>
                    <a:pt x="302878" y="29871"/>
                    <a:pt x="321770" y="46155"/>
                    <a:pt x="337728" y="65048"/>
                  </a:cubicBezTo>
                  <a:cubicBezTo>
                    <a:pt x="350430" y="76446"/>
                    <a:pt x="361502" y="89148"/>
                    <a:pt x="371274" y="103150"/>
                  </a:cubicBezTo>
                  <a:close/>
                </a:path>
              </a:pathLst>
            </a:custGeom>
            <a:solidFill>
              <a:srgbClr val="FFC5D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-554791" y="3619004"/>
            <a:ext cx="3371850" cy="3572555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15A5E5">
                <a:alpha val="100000"/>
                <a:lumMod val="20000"/>
                <a:lumOff val="80000"/>
              </a:srgbClr>
            </a:gs>
            <a:gs pos="50999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 flipH="1">
            <a:off x="0" y="0"/>
            <a:ext cx="12191998" cy="723900"/>
            <a:chOff x="0" y="-399728"/>
            <a:chExt cx="13815102" cy="1183569"/>
          </a:xfrm>
        </p:grpSpPr>
        <p:sp>
          <p:nvSpPr>
            <p:cNvPr id="3" name="AutoShape 3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/>
              <a:ahLst/>
              <a:cxnLst/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adFill>
              <a:gsLst>
                <a:gs pos="0">
                  <a:srgbClr val="15A5E5">
                    <a:alpha val="30196"/>
                  </a:srgbClr>
                </a:gs>
                <a:gs pos="100000">
                  <a:srgbClr val="15A5E5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/>
              <a:ahLst/>
              <a:cxnLst/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adFill>
              <a:gsLst>
                <a:gs pos="0">
                  <a:srgbClr val="15A5E5">
                    <a:alpha val="30196"/>
                  </a:srgbClr>
                </a:gs>
                <a:gs pos="100000">
                  <a:srgbClr val="15A5E5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15A5E5">
                <a:alpha val="100000"/>
                <a:lumMod val="20000"/>
                <a:lumOff val="80000"/>
              </a:srgbClr>
            </a:gs>
            <a:gs pos="50999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15A5E5">
                <a:alpha val="100000"/>
                <a:lumMod val="20000"/>
                <a:lumOff val="80000"/>
              </a:srgbClr>
            </a:gs>
            <a:gs pos="50999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1"/>
            <a:ext cx="12192000" cy="6857999"/>
            <a:chOff x="0" y="1"/>
            <a:chExt cx="12192000" cy="6857999"/>
          </a:xfrm>
        </p:grpSpPr>
        <p:sp>
          <p:nvSpPr>
            <p:cNvPr id="3" name="AutoShape 3"/>
            <p:cNvSpPr/>
            <p:nvPr/>
          </p:nvSpPr>
          <p:spPr>
            <a:xfrm>
              <a:off x="9796262" y="5794934"/>
              <a:ext cx="2395738" cy="1063066"/>
            </a:xfrm>
            <a:custGeom>
              <a:avLst/>
              <a:gdLst/>
              <a:ahLst/>
              <a:cxnLst/>
              <a:rect l="l" t="t" r="r" b="b"/>
              <a:pathLst>
                <a:path w="2395738" h="1063066">
                  <a:moveTo>
                    <a:pt x="1722638" y="0"/>
                  </a:moveTo>
                  <a:cubicBezTo>
                    <a:pt x="1922502" y="0"/>
                    <a:pt x="2115271" y="30379"/>
                    <a:pt x="2296579" y="86772"/>
                  </a:cubicBezTo>
                  <a:lnTo>
                    <a:pt x="2395738" y="123065"/>
                  </a:lnTo>
                  <a:lnTo>
                    <a:pt x="2395738" y="307866"/>
                  </a:lnTo>
                  <a:lnTo>
                    <a:pt x="2244925" y="252668"/>
                  </a:lnTo>
                  <a:cubicBezTo>
                    <a:pt x="2079935" y="201350"/>
                    <a:pt x="1904515" y="173705"/>
                    <a:pt x="1722638" y="173705"/>
                  </a:cubicBezTo>
                  <a:cubicBezTo>
                    <a:pt x="1116382" y="173705"/>
                    <a:pt x="581870" y="480872"/>
                    <a:pt x="266240" y="948066"/>
                  </a:cubicBezTo>
                  <a:lnTo>
                    <a:pt x="196375" y="1063066"/>
                  </a:lnTo>
                  <a:lnTo>
                    <a:pt x="0" y="1063066"/>
                  </a:lnTo>
                  <a:lnTo>
                    <a:pt x="25525" y="1010080"/>
                  </a:lnTo>
                  <a:cubicBezTo>
                    <a:pt x="352360" y="408431"/>
                    <a:pt x="989802" y="0"/>
                    <a:pt x="1722638" y="0"/>
                  </a:cubicBezTo>
                  <a:close/>
                </a:path>
              </a:pathLst>
            </a:custGeom>
            <a:solidFill>
              <a:srgbClr val="15A5E5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531049"/>
              <a:ext cx="5172248" cy="6101148"/>
            </a:xfrm>
            <a:custGeom>
              <a:avLst/>
              <a:gdLst/>
              <a:ahLst/>
              <a:cxnLst/>
              <a:rect l="l" t="t" r="r" b="b"/>
              <a:pathLst>
                <a:path w="5172248" h="6101148">
                  <a:moveTo>
                    <a:pt x="1995878" y="0"/>
                  </a:moveTo>
                  <a:cubicBezTo>
                    <a:pt x="3750139" y="0"/>
                    <a:pt x="5172248" y="1365789"/>
                    <a:pt x="5172248" y="3050574"/>
                  </a:cubicBezTo>
                  <a:cubicBezTo>
                    <a:pt x="5172248" y="4735359"/>
                    <a:pt x="3750139" y="6101148"/>
                    <a:pt x="1995878" y="6101148"/>
                  </a:cubicBezTo>
                  <a:cubicBezTo>
                    <a:pt x="1338030" y="6101148"/>
                    <a:pt x="726891" y="5909084"/>
                    <a:pt x="219939" y="5580158"/>
                  </a:cubicBezTo>
                  <a:lnTo>
                    <a:pt x="0" y="5422204"/>
                  </a:lnTo>
                  <a:lnTo>
                    <a:pt x="0" y="678944"/>
                  </a:lnTo>
                  <a:lnTo>
                    <a:pt x="219939" y="520990"/>
                  </a:lnTo>
                  <a:cubicBezTo>
                    <a:pt x="726891" y="192064"/>
                    <a:pt x="1338030" y="0"/>
                    <a:pt x="1995878" y="0"/>
                  </a:cubicBezTo>
                  <a:close/>
                </a:path>
              </a:pathLst>
            </a:custGeom>
            <a:solidFill>
              <a:srgbClr val="15A5E5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132710" y="531049"/>
              <a:ext cx="1068688" cy="1068688"/>
            </a:xfrm>
            <a:prstGeom prst="ellipse">
              <a:avLst/>
            </a:prstGeom>
            <a:solidFill>
              <a:srgbClr val="15A5E5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1221322" y="5497356"/>
              <a:ext cx="595156" cy="595156"/>
            </a:xfrm>
            <a:prstGeom prst="ellipse">
              <a:avLst/>
            </a:prstGeom>
            <a:solidFill>
              <a:srgbClr val="15A5E5">
                <a:alpha val="9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0" y="1"/>
              <a:ext cx="1947314" cy="1923835"/>
            </a:xfrm>
            <a:custGeom>
              <a:avLst/>
              <a:gdLst/>
              <a:ahLst/>
              <a:cxnLst/>
              <a:rect l="l" t="t" r="r" b="b"/>
              <a:pathLst>
                <a:path w="1947313" h="1923835">
                  <a:moveTo>
                    <a:pt x="1610596" y="0"/>
                  </a:moveTo>
                  <a:lnTo>
                    <a:pt x="1947314" y="0"/>
                  </a:lnTo>
                  <a:lnTo>
                    <a:pt x="1937664" y="191112"/>
                  </a:lnTo>
                  <a:cubicBezTo>
                    <a:pt x="1838825" y="1164356"/>
                    <a:pt x="1016889" y="1923835"/>
                    <a:pt x="17567" y="1923835"/>
                  </a:cubicBezTo>
                  <a:lnTo>
                    <a:pt x="0" y="1922948"/>
                  </a:lnTo>
                  <a:lnTo>
                    <a:pt x="0" y="1586230"/>
                  </a:lnTo>
                  <a:lnTo>
                    <a:pt x="17567" y="1587117"/>
                  </a:lnTo>
                  <a:cubicBezTo>
                    <a:pt x="842548" y="1587117"/>
                    <a:pt x="1521089" y="960137"/>
                    <a:pt x="1602684" y="156684"/>
                  </a:cubicBezTo>
                  <a:close/>
                </a:path>
              </a:pathLst>
            </a:custGeom>
            <a:solidFill>
              <a:srgbClr val="15A5E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cxnSp>
        <p:nvCxnSpPr>
          <p:cNvPr id="8" name="Connector 8"/>
          <p:cNvCxnSpPr/>
          <p:nvPr/>
        </p:nvCxnSpPr>
        <p:spPr>
          <a:xfrm flipH="1">
            <a:off x="2846319" y="1605285"/>
            <a:ext cx="0" cy="4071937"/>
          </a:xfrm>
          <a:prstGeom prst="line">
            <a:avLst/>
          </a:prstGeom>
          <a:ln w="3175">
            <a:solidFill>
              <a:srgbClr val="15A5E5">
                <a:alpha val="3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9" name="AutoShape 9"/>
          <p:cNvSpPr/>
          <p:nvPr/>
        </p:nvSpPr>
        <p:spPr>
          <a:xfrm>
            <a:off x="1851756" y="4761555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15A5E5">
              <a:alpha val="1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15A5E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91342"/>
            <a:ext cx="12192000" cy="6166659"/>
            <a:chOff x="0" y="691342"/>
            <a:chExt cx="12192000" cy="6166659"/>
          </a:xfrm>
        </p:grpSpPr>
        <p:sp>
          <p:nvSpPr>
            <p:cNvPr id="3" name="AutoShape 3"/>
            <p:cNvSpPr/>
            <p:nvPr/>
          </p:nvSpPr>
          <p:spPr>
            <a:xfrm rot="1560000">
              <a:off x="2730684" y="1053149"/>
              <a:ext cx="3134038" cy="1473917"/>
            </a:xfrm>
            <a:custGeom>
              <a:avLst/>
              <a:gdLst/>
              <a:ahLst/>
              <a:cxnLst/>
              <a:rect l="l" t="t" r="r" b="b"/>
              <a:pathLst>
                <a:path w="3532215" h="1661177">
                  <a:moveTo>
                    <a:pt x="3485228" y="1421644"/>
                  </a:moveTo>
                  <a:cubicBezTo>
                    <a:pt x="3410281" y="1564284"/>
                    <a:pt x="3251239" y="1633680"/>
                    <a:pt x="3098505" y="1653237"/>
                  </a:cubicBezTo>
                  <a:cubicBezTo>
                    <a:pt x="3003496" y="1665349"/>
                    <a:pt x="2906973" y="1661249"/>
                    <a:pt x="2811711" y="1654751"/>
                  </a:cubicBezTo>
                  <a:cubicBezTo>
                    <a:pt x="2714747" y="1648063"/>
                    <a:pt x="2618476" y="1637339"/>
                    <a:pt x="2522331" y="1624784"/>
                  </a:cubicBezTo>
                  <a:cubicBezTo>
                    <a:pt x="2329979" y="1600054"/>
                    <a:pt x="2138195" y="1568006"/>
                    <a:pt x="1945148" y="1549395"/>
                  </a:cubicBezTo>
                  <a:cubicBezTo>
                    <a:pt x="1754122" y="1531132"/>
                    <a:pt x="1561832" y="1529996"/>
                    <a:pt x="1370552" y="1545989"/>
                  </a:cubicBezTo>
                  <a:cubicBezTo>
                    <a:pt x="1182868" y="1561067"/>
                    <a:pt x="995815" y="1584976"/>
                    <a:pt x="807311" y="1587563"/>
                  </a:cubicBezTo>
                  <a:cubicBezTo>
                    <a:pt x="628081" y="1590150"/>
                    <a:pt x="438883" y="1575261"/>
                    <a:pt x="271072" y="1507190"/>
                  </a:cubicBezTo>
                  <a:cubicBezTo>
                    <a:pt x="197828" y="1477224"/>
                    <a:pt x="129568" y="1434577"/>
                    <a:pt x="80865" y="1370985"/>
                  </a:cubicBezTo>
                  <a:cubicBezTo>
                    <a:pt x="36010" y="1312630"/>
                    <a:pt x="11469" y="1241972"/>
                    <a:pt x="2448" y="1169107"/>
                  </a:cubicBezTo>
                  <a:cubicBezTo>
                    <a:pt x="-16478" y="1008172"/>
                    <a:pt x="48943" y="853672"/>
                    <a:pt x="143573" y="726993"/>
                  </a:cubicBezTo>
                  <a:cubicBezTo>
                    <a:pt x="239655" y="598611"/>
                    <a:pt x="359898" y="487263"/>
                    <a:pt x="488091" y="391307"/>
                  </a:cubicBezTo>
                  <a:cubicBezTo>
                    <a:pt x="557954" y="339052"/>
                    <a:pt x="631305" y="291624"/>
                    <a:pt x="707634" y="249362"/>
                  </a:cubicBezTo>
                  <a:cubicBezTo>
                    <a:pt x="742710" y="223496"/>
                    <a:pt x="778903" y="199207"/>
                    <a:pt x="816207" y="176496"/>
                  </a:cubicBezTo>
                  <a:cubicBezTo>
                    <a:pt x="1129938" y="-13333"/>
                    <a:pt x="1498556" y="-18695"/>
                    <a:pt x="1852789" y="17075"/>
                  </a:cubicBezTo>
                  <a:cubicBezTo>
                    <a:pt x="2204815" y="52846"/>
                    <a:pt x="2562960" y="121800"/>
                    <a:pt x="2874798" y="296109"/>
                  </a:cubicBezTo>
                  <a:cubicBezTo>
                    <a:pt x="3138692" y="443670"/>
                    <a:pt x="3367509" y="670152"/>
                    <a:pt x="3476964" y="955810"/>
                  </a:cubicBezTo>
                  <a:cubicBezTo>
                    <a:pt x="3532796" y="1101919"/>
                    <a:pt x="3561059" y="1277112"/>
                    <a:pt x="3485228" y="1421644"/>
                  </a:cubicBezTo>
                  <a:close/>
                </a:path>
              </a:pathLst>
            </a:custGeom>
            <a:solidFill>
              <a:srgbClr val="A6E4FF">
                <a:alpha val="65882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745453"/>
              <a:ext cx="6202654" cy="6112547"/>
            </a:xfrm>
            <a:custGeom>
              <a:avLst/>
              <a:gdLst/>
              <a:ahLst/>
              <a:cxnLst/>
              <a:rect l="l" t="t" r="r" b="b"/>
              <a:pathLst>
                <a:path w="6202654" h="6112547">
                  <a:moveTo>
                    <a:pt x="725411" y="1089"/>
                  </a:moveTo>
                  <a:cubicBezTo>
                    <a:pt x="1011574" y="10568"/>
                    <a:pt x="1295054" y="82088"/>
                    <a:pt x="1555466" y="222752"/>
                  </a:cubicBezTo>
                  <a:cubicBezTo>
                    <a:pt x="1758017" y="332027"/>
                    <a:pt x="1942757" y="483483"/>
                    <a:pt x="2092632" y="671883"/>
                  </a:cubicBezTo>
                  <a:cubicBezTo>
                    <a:pt x="2161925" y="759919"/>
                    <a:pt x="2225254" y="853624"/>
                    <a:pt x="2282109" y="952219"/>
                  </a:cubicBezTo>
                  <a:cubicBezTo>
                    <a:pt x="2320005" y="989963"/>
                    <a:pt x="2356448" y="1029575"/>
                    <a:pt x="2391437" y="1071049"/>
                  </a:cubicBezTo>
                  <a:cubicBezTo>
                    <a:pt x="2533734" y="1241331"/>
                    <a:pt x="2634283" y="1441975"/>
                    <a:pt x="2734138" y="1645026"/>
                  </a:cubicBezTo>
                  <a:cubicBezTo>
                    <a:pt x="2839866" y="1859754"/>
                    <a:pt x="2952542" y="2085311"/>
                    <a:pt x="3134187" y="2231247"/>
                  </a:cubicBezTo>
                  <a:cubicBezTo>
                    <a:pt x="3340274" y="2396787"/>
                    <a:pt x="3599668" y="2428140"/>
                    <a:pt x="3844913" y="2452062"/>
                  </a:cubicBezTo>
                  <a:cubicBezTo>
                    <a:pt x="4355238" y="2501604"/>
                    <a:pt x="4880277" y="2567636"/>
                    <a:pt x="5338685" y="2844291"/>
                  </a:cubicBezTo>
                  <a:cubicBezTo>
                    <a:pt x="5534098" y="2962271"/>
                    <a:pt x="5714796" y="3116417"/>
                    <a:pt x="5857787" y="3307224"/>
                  </a:cubicBezTo>
                  <a:cubicBezTo>
                    <a:pt x="6006338" y="3506686"/>
                    <a:pt x="6109223" y="3743744"/>
                    <a:pt x="6157539" y="3997837"/>
                  </a:cubicBezTo>
                  <a:cubicBezTo>
                    <a:pt x="6211351" y="4274988"/>
                    <a:pt x="6211161" y="4562259"/>
                    <a:pt x="6187413" y="4843445"/>
                  </a:cubicBezTo>
                  <a:cubicBezTo>
                    <a:pt x="6166761" y="5091154"/>
                    <a:pt x="6126023" y="5338863"/>
                    <a:pt x="6052696" y="5573974"/>
                  </a:cubicBezTo>
                  <a:cubicBezTo>
                    <a:pt x="5999548" y="5744734"/>
                    <a:pt x="5928885" y="5909562"/>
                    <a:pt x="5836577" y="6057769"/>
                  </a:cubicBezTo>
                  <a:lnTo>
                    <a:pt x="5798200" y="6112547"/>
                  </a:lnTo>
                  <a:lnTo>
                    <a:pt x="0" y="6112547"/>
                  </a:lnTo>
                  <a:lnTo>
                    <a:pt x="0" y="108269"/>
                  </a:lnTo>
                  <a:lnTo>
                    <a:pt x="35183" y="96081"/>
                  </a:lnTo>
                  <a:cubicBezTo>
                    <a:pt x="93514" y="78266"/>
                    <a:pt x="152415" y="62688"/>
                    <a:pt x="211824" y="49497"/>
                  </a:cubicBezTo>
                  <a:cubicBezTo>
                    <a:pt x="381050" y="12049"/>
                    <a:pt x="553714" y="-4599"/>
                    <a:pt x="725411" y="1089"/>
                  </a:cubicBezTo>
                  <a:close/>
                </a:path>
              </a:pathLst>
            </a:custGeom>
            <a:solidFill>
              <a:srgbClr val="15A5E5">
                <a:alpha val="85098"/>
                <a:lumMod val="20000"/>
                <a:lumOff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349610" y="4425366"/>
              <a:ext cx="2842390" cy="2432635"/>
            </a:xfrm>
            <a:custGeom>
              <a:avLst/>
              <a:gdLst/>
              <a:ahLst/>
              <a:cxnLst/>
              <a:rect l="l" t="t" r="r" b="b"/>
              <a:pathLst>
                <a:path w="2842390" h="2432635">
                  <a:moveTo>
                    <a:pt x="2009408" y="680"/>
                  </a:moveTo>
                  <a:cubicBezTo>
                    <a:pt x="2069389" y="-2582"/>
                    <a:pt x="2129453" y="5671"/>
                    <a:pt x="2185324" y="30129"/>
                  </a:cubicBezTo>
                  <a:cubicBezTo>
                    <a:pt x="2272509" y="67931"/>
                    <a:pt x="2335135" y="141206"/>
                    <a:pt x="2375732" y="222268"/>
                  </a:cubicBezTo>
                  <a:cubicBezTo>
                    <a:pt x="2419191" y="308787"/>
                    <a:pt x="2441886" y="402427"/>
                    <a:pt x="2457592" y="496732"/>
                  </a:cubicBezTo>
                  <a:cubicBezTo>
                    <a:pt x="2530218" y="386587"/>
                    <a:pt x="2641190" y="299424"/>
                    <a:pt x="2768362" y="256868"/>
                  </a:cubicBezTo>
                  <a:lnTo>
                    <a:pt x="2842390" y="237897"/>
                  </a:lnTo>
                  <a:lnTo>
                    <a:pt x="2842390" y="2432635"/>
                  </a:lnTo>
                  <a:lnTo>
                    <a:pt x="0" y="2432635"/>
                  </a:lnTo>
                  <a:lnTo>
                    <a:pt x="29672" y="2384176"/>
                  </a:lnTo>
                  <a:cubicBezTo>
                    <a:pt x="109003" y="2283282"/>
                    <a:pt x="215088" y="2204017"/>
                    <a:pt x="334085" y="2149377"/>
                  </a:cubicBezTo>
                  <a:cubicBezTo>
                    <a:pt x="204440" y="2073966"/>
                    <a:pt x="119026" y="1940747"/>
                    <a:pt x="104610" y="1791455"/>
                  </a:cubicBezTo>
                  <a:cubicBezTo>
                    <a:pt x="90102" y="1630197"/>
                    <a:pt x="177286" y="1478256"/>
                    <a:pt x="316448" y="1389408"/>
                  </a:cubicBezTo>
                  <a:cubicBezTo>
                    <a:pt x="386103" y="1345357"/>
                    <a:pt x="465627" y="1319348"/>
                    <a:pt x="547853" y="1313737"/>
                  </a:cubicBezTo>
                  <a:cubicBezTo>
                    <a:pt x="463198" y="1217968"/>
                    <a:pt x="397976" y="1102365"/>
                    <a:pt x="387328" y="975914"/>
                  </a:cubicBezTo>
                  <a:cubicBezTo>
                    <a:pt x="375681" y="840545"/>
                    <a:pt x="440570" y="716357"/>
                    <a:pt x="536207" y="619523"/>
                  </a:cubicBezTo>
                  <a:cubicBezTo>
                    <a:pt x="726681" y="425255"/>
                    <a:pt x="1028699" y="307256"/>
                    <a:pt x="1304362" y="384125"/>
                  </a:cubicBezTo>
                  <a:cubicBezTo>
                    <a:pt x="1349558" y="396783"/>
                    <a:pt x="1393250" y="414300"/>
                    <a:pt x="1434673" y="436369"/>
                  </a:cubicBezTo>
                  <a:cubicBezTo>
                    <a:pt x="1487915" y="253548"/>
                    <a:pt x="1653432" y="110592"/>
                    <a:pt x="1833991" y="40312"/>
                  </a:cubicBezTo>
                  <a:cubicBezTo>
                    <a:pt x="1889530" y="18716"/>
                    <a:pt x="1949427" y="3941"/>
                    <a:pt x="2009408" y="680"/>
                  </a:cubicBezTo>
                  <a:close/>
                </a:path>
              </a:pathLst>
            </a:custGeom>
            <a:solidFill>
              <a:srgbClr val="DCF6FF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6" name="Group 6"/>
            <p:cNvGrpSpPr/>
            <p:nvPr/>
          </p:nvGrpSpPr>
          <p:grpSpPr>
            <a:xfrm rot="0">
              <a:off x="10557931" y="691342"/>
              <a:ext cx="1017395" cy="1061254"/>
              <a:chOff x="7101617" y="3050780"/>
              <a:chExt cx="1017395" cy="106125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7575141" y="3568163"/>
                <a:ext cx="543871" cy="543871"/>
              </a:xfrm>
              <a:custGeom>
                <a:avLst/>
                <a:gdLst/>
                <a:ahLst/>
                <a:cxnLst/>
                <a:rect l="l" t="t" r="r" b="b"/>
                <a:pathLst>
                  <a:path w="543871" h="543871">
                    <a:moveTo>
                      <a:pt x="543871" y="271936"/>
                    </a:moveTo>
                    <a:cubicBezTo>
                      <a:pt x="543871" y="422121"/>
                      <a:pt x="422121" y="543871"/>
                      <a:pt x="271935" y="543871"/>
                    </a:cubicBezTo>
                    <a:cubicBezTo>
                      <a:pt x="121749" y="543871"/>
                      <a:pt x="0" y="422121"/>
                      <a:pt x="0" y="271936"/>
                    </a:cubicBezTo>
                    <a:cubicBezTo>
                      <a:pt x="0" y="121750"/>
                      <a:pt x="121750" y="0"/>
                      <a:pt x="271935" y="0"/>
                    </a:cubicBezTo>
                    <a:cubicBezTo>
                      <a:pt x="422122" y="0"/>
                      <a:pt x="543871" y="121750"/>
                      <a:pt x="543871" y="271936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7101617" y="3256163"/>
                <a:ext cx="354993" cy="354993"/>
              </a:xfrm>
              <a:custGeom>
                <a:avLst/>
                <a:gdLst/>
                <a:ahLst/>
                <a:cxnLst/>
                <a:rect l="l" t="t" r="r" b="b"/>
                <a:pathLst>
                  <a:path w="354993" h="354993">
                    <a:moveTo>
                      <a:pt x="354994" y="177497"/>
                    </a:moveTo>
                    <a:cubicBezTo>
                      <a:pt x="354994" y="275526"/>
                      <a:pt x="275526" y="354994"/>
                      <a:pt x="177497" y="354994"/>
                    </a:cubicBezTo>
                    <a:cubicBezTo>
                      <a:pt x="79468" y="354994"/>
                      <a:pt x="0" y="275526"/>
                      <a:pt x="0" y="177497"/>
                    </a:cubicBezTo>
                    <a:cubicBezTo>
                      <a:pt x="0" y="79468"/>
                      <a:pt x="79468" y="0"/>
                      <a:pt x="177497" y="0"/>
                    </a:cubicBezTo>
                    <a:cubicBezTo>
                      <a:pt x="275526" y="0"/>
                      <a:pt x="354994" y="79468"/>
                      <a:pt x="354994" y="177497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7612677" y="3050780"/>
                <a:ext cx="252768" cy="252768"/>
              </a:xfrm>
              <a:custGeom>
                <a:avLst/>
                <a:gdLst/>
                <a:ahLst/>
                <a:cxnLst/>
                <a:rect l="l" t="t" r="r" b="b"/>
                <a:pathLst>
                  <a:path w="252768" h="252768">
                    <a:moveTo>
                      <a:pt x="252768" y="126384"/>
                    </a:moveTo>
                    <a:cubicBezTo>
                      <a:pt x="252768" y="196184"/>
                      <a:pt x="196184" y="252768"/>
                      <a:pt x="126384" y="252768"/>
                    </a:cubicBezTo>
                    <a:cubicBezTo>
                      <a:pt x="56584" y="252768"/>
                      <a:pt x="0" y="196184"/>
                      <a:pt x="0" y="126384"/>
                    </a:cubicBezTo>
                    <a:cubicBezTo>
                      <a:pt x="0" y="56584"/>
                      <a:pt x="56584" y="0"/>
                      <a:pt x="126384" y="0"/>
                    </a:cubicBezTo>
                    <a:cubicBezTo>
                      <a:pt x="196184" y="0"/>
                      <a:pt x="252768" y="56584"/>
                      <a:pt x="252768" y="126384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7865965" y="3654380"/>
                <a:ext cx="164381" cy="313495"/>
              </a:xfrm>
              <a:custGeom>
                <a:avLst/>
                <a:gdLst/>
                <a:ahLst/>
                <a:cxnLst/>
                <a:rect l="l" t="t" r="r" b="b"/>
                <a:pathLst>
                  <a:path w="164381" h="313495">
                    <a:moveTo>
                      <a:pt x="35301" y="1235"/>
                    </a:moveTo>
                    <a:cubicBezTo>
                      <a:pt x="88544" y="17807"/>
                      <a:pt x="128476" y="59136"/>
                      <a:pt x="149107" y="110116"/>
                    </a:cubicBezTo>
                    <a:cubicBezTo>
                      <a:pt x="172667" y="168017"/>
                      <a:pt x="166544" y="234703"/>
                      <a:pt x="145912" y="292471"/>
                    </a:cubicBezTo>
                    <a:cubicBezTo>
                      <a:pt x="141453" y="307386"/>
                      <a:pt x="126080" y="316177"/>
                      <a:pt x="110972" y="312437"/>
                    </a:cubicBezTo>
                    <a:cubicBezTo>
                      <a:pt x="96996" y="308577"/>
                      <a:pt x="85948" y="291938"/>
                      <a:pt x="91006" y="277430"/>
                    </a:cubicBezTo>
                    <a:cubicBezTo>
                      <a:pt x="107644" y="230843"/>
                      <a:pt x="114566" y="179664"/>
                      <a:pt x="96863" y="132278"/>
                    </a:cubicBezTo>
                    <a:cubicBezTo>
                      <a:pt x="83552" y="97537"/>
                      <a:pt x="55799" y="67189"/>
                      <a:pt x="20060" y="56075"/>
                    </a:cubicBezTo>
                    <a:cubicBezTo>
                      <a:pt x="-15679" y="44960"/>
                      <a:pt x="228" y="-9680"/>
                      <a:pt x="35301" y="123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11" name="AutoShape 11"/>
            <p:cNvSpPr/>
            <p:nvPr/>
          </p:nvSpPr>
          <p:spPr>
            <a:xfrm flipH="1">
              <a:off x="8947683" y="6087399"/>
              <a:ext cx="200654" cy="500115"/>
            </a:xfrm>
            <a:custGeom>
              <a:avLst/>
              <a:gdLst/>
              <a:ahLst/>
              <a:cxnLst/>
              <a:rect l="l" t="t" r="r" b="b"/>
              <a:pathLst>
                <a:path w="200654" h="500114">
                  <a:moveTo>
                    <a:pt x="5344" y="16880"/>
                  </a:moveTo>
                  <a:cubicBezTo>
                    <a:pt x="64110" y="-62385"/>
                    <a:pt x="162142" y="157839"/>
                    <a:pt x="177116" y="196174"/>
                  </a:cubicBezTo>
                  <a:cubicBezTo>
                    <a:pt x="195685" y="243959"/>
                    <a:pt x="205269" y="295005"/>
                    <a:pt x="198214" y="346118"/>
                  </a:cubicBezTo>
                  <a:cubicBezTo>
                    <a:pt x="191160" y="397230"/>
                    <a:pt x="169264" y="443951"/>
                    <a:pt x="141711" y="486744"/>
                  </a:cubicBezTo>
                  <a:cubicBezTo>
                    <a:pt x="121745" y="517425"/>
                    <a:pt x="72762" y="488941"/>
                    <a:pt x="92594" y="458060"/>
                  </a:cubicBezTo>
                  <a:cubicBezTo>
                    <a:pt x="134989" y="392305"/>
                    <a:pt x="156086" y="322625"/>
                    <a:pt x="133924" y="245090"/>
                  </a:cubicBezTo>
                  <a:cubicBezTo>
                    <a:pt x="122477" y="208267"/>
                    <a:pt x="106970" y="172800"/>
                    <a:pt x="87803" y="139337"/>
                  </a:cubicBezTo>
                  <a:cubicBezTo>
                    <a:pt x="79684" y="124430"/>
                    <a:pt x="71098" y="109722"/>
                    <a:pt x="61580" y="95679"/>
                  </a:cubicBezTo>
                  <a:cubicBezTo>
                    <a:pt x="56190" y="87652"/>
                    <a:pt x="50400" y="79946"/>
                    <a:pt x="44144" y="72585"/>
                  </a:cubicBezTo>
                  <a:cubicBezTo>
                    <a:pt x="41814" y="69790"/>
                    <a:pt x="30833" y="60206"/>
                    <a:pt x="30833" y="57278"/>
                  </a:cubicBezTo>
                  <a:cubicBezTo>
                    <a:pt x="10202" y="57943"/>
                    <a:pt x="-10163" y="37711"/>
                    <a:pt x="5344" y="1688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10410316" y="3709624"/>
              <a:ext cx="1068356" cy="514064"/>
            </a:xfrm>
            <a:custGeom>
              <a:avLst/>
              <a:gdLst/>
              <a:ahLst/>
              <a:cxnLst/>
              <a:rect l="l" t="t" r="r" b="b"/>
              <a:pathLst>
                <a:path w="1068356" h="514064">
                  <a:moveTo>
                    <a:pt x="7219" y="331797"/>
                  </a:moveTo>
                  <a:cubicBezTo>
                    <a:pt x="77499" y="250802"/>
                    <a:pt x="196229" y="256592"/>
                    <a:pt x="290668" y="282880"/>
                  </a:cubicBezTo>
                  <a:cubicBezTo>
                    <a:pt x="391642" y="311212"/>
                    <a:pt x="484457" y="363104"/>
                    <a:pt x="561472" y="434289"/>
                  </a:cubicBezTo>
                  <a:cubicBezTo>
                    <a:pt x="600073" y="325541"/>
                    <a:pt x="644331" y="215995"/>
                    <a:pt x="723063" y="130075"/>
                  </a:cubicBezTo>
                  <a:cubicBezTo>
                    <a:pt x="805722" y="39895"/>
                    <a:pt x="924585" y="-15676"/>
                    <a:pt x="1047642" y="3624"/>
                  </a:cubicBezTo>
                  <a:cubicBezTo>
                    <a:pt x="1083714" y="9348"/>
                    <a:pt x="1068406" y="64121"/>
                    <a:pt x="1032534" y="58397"/>
                  </a:cubicBezTo>
                  <a:cubicBezTo>
                    <a:pt x="922389" y="40827"/>
                    <a:pt x="816570" y="104319"/>
                    <a:pt x="748619" y="186844"/>
                  </a:cubicBezTo>
                  <a:cubicBezTo>
                    <a:pt x="675877" y="275160"/>
                    <a:pt x="637875" y="386504"/>
                    <a:pt x="600805" y="492988"/>
                  </a:cubicBezTo>
                  <a:cubicBezTo>
                    <a:pt x="594150" y="512355"/>
                    <a:pt x="568859" y="521872"/>
                    <a:pt x="553286" y="505500"/>
                  </a:cubicBezTo>
                  <a:cubicBezTo>
                    <a:pt x="483099" y="430921"/>
                    <a:pt x="395256" y="375229"/>
                    <a:pt x="297856" y="343577"/>
                  </a:cubicBezTo>
                  <a:cubicBezTo>
                    <a:pt x="217992" y="318021"/>
                    <a:pt x="109577" y="299585"/>
                    <a:pt x="47416" y="371263"/>
                  </a:cubicBezTo>
                  <a:cubicBezTo>
                    <a:pt x="23391" y="399614"/>
                    <a:pt x="-16674" y="359283"/>
                    <a:pt x="7219" y="33179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1">
              <a:off x="9091798" y="4343660"/>
              <a:ext cx="804424" cy="1301132"/>
            </a:xfrm>
            <a:custGeom>
              <a:avLst/>
              <a:gdLst/>
              <a:ahLst/>
              <a:cxnLst/>
              <a:rect l="l" t="t" r="r" b="b"/>
              <a:pathLst>
                <a:path w="804424" h="1301132">
                  <a:moveTo>
                    <a:pt x="13532" y="28916"/>
                  </a:moveTo>
                  <a:cubicBezTo>
                    <a:pt x="149101" y="-51679"/>
                    <a:pt x="313021" y="48350"/>
                    <a:pt x="386629" y="166814"/>
                  </a:cubicBezTo>
                  <a:cubicBezTo>
                    <a:pt x="458240" y="281418"/>
                    <a:pt x="459438" y="426903"/>
                    <a:pt x="396811" y="543837"/>
                  </a:cubicBezTo>
                  <a:cubicBezTo>
                    <a:pt x="478472" y="547231"/>
                    <a:pt x="559999" y="592886"/>
                    <a:pt x="622559" y="640672"/>
                  </a:cubicBezTo>
                  <a:cubicBezTo>
                    <a:pt x="698163" y="698506"/>
                    <a:pt x="759259" y="776240"/>
                    <a:pt x="788276" y="867684"/>
                  </a:cubicBezTo>
                  <a:cubicBezTo>
                    <a:pt x="842584" y="1038592"/>
                    <a:pt x="755665" y="1248101"/>
                    <a:pt x="576571" y="1299680"/>
                  </a:cubicBezTo>
                  <a:cubicBezTo>
                    <a:pt x="541365" y="1309862"/>
                    <a:pt x="526324" y="1255022"/>
                    <a:pt x="561464" y="1244907"/>
                  </a:cubicBezTo>
                  <a:cubicBezTo>
                    <a:pt x="711607" y="1201581"/>
                    <a:pt x="778360" y="1023951"/>
                    <a:pt x="733503" y="882791"/>
                  </a:cubicBezTo>
                  <a:cubicBezTo>
                    <a:pt x="709345" y="806721"/>
                    <a:pt x="658098" y="741366"/>
                    <a:pt x="596338" y="691851"/>
                  </a:cubicBezTo>
                  <a:cubicBezTo>
                    <a:pt x="532047" y="640272"/>
                    <a:pt x="434015" y="582637"/>
                    <a:pt x="349160" y="604999"/>
                  </a:cubicBezTo>
                  <a:cubicBezTo>
                    <a:pt x="327330" y="610723"/>
                    <a:pt x="301441" y="584101"/>
                    <a:pt x="317081" y="563270"/>
                  </a:cubicBezTo>
                  <a:cubicBezTo>
                    <a:pt x="392818" y="462376"/>
                    <a:pt x="409390" y="326741"/>
                    <a:pt x="348494" y="214200"/>
                  </a:cubicBezTo>
                  <a:cubicBezTo>
                    <a:pt x="294320" y="114370"/>
                    <a:pt x="157420" y="9483"/>
                    <a:pt x="42350" y="77966"/>
                  </a:cubicBezTo>
                  <a:cubicBezTo>
                    <a:pt x="10671" y="96734"/>
                    <a:pt x="-17947" y="47618"/>
                    <a:pt x="13532" y="2891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 rot="0">
              <a:off x="279501" y="812825"/>
              <a:ext cx="6516520" cy="5579581"/>
              <a:chOff x="279501" y="1028923"/>
              <a:chExt cx="6264134" cy="5363483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4427999" y="4637494"/>
                <a:ext cx="1107198" cy="1359561"/>
              </a:xfrm>
              <a:custGeom>
                <a:avLst/>
                <a:gdLst/>
                <a:ahLst/>
                <a:cxnLst/>
                <a:rect l="l" t="t" r="r" b="b"/>
                <a:pathLst>
                  <a:path w="1107198" h="1359561">
                    <a:moveTo>
                      <a:pt x="19965" y="849261"/>
                    </a:moveTo>
                    <a:cubicBezTo>
                      <a:pt x="74671" y="670500"/>
                      <a:pt x="238258" y="489875"/>
                      <a:pt x="434723" y="495199"/>
                    </a:cubicBezTo>
                    <a:cubicBezTo>
                      <a:pt x="399982" y="426051"/>
                      <a:pt x="379151" y="350313"/>
                      <a:pt x="389866" y="272180"/>
                    </a:cubicBezTo>
                    <a:cubicBezTo>
                      <a:pt x="402711" y="177941"/>
                      <a:pt x="459947" y="107661"/>
                      <a:pt x="543138" y="64734"/>
                    </a:cubicBezTo>
                    <a:cubicBezTo>
                      <a:pt x="714312" y="-22983"/>
                      <a:pt x="920959" y="-20454"/>
                      <a:pt x="1092600" y="64002"/>
                    </a:cubicBezTo>
                    <a:cubicBezTo>
                      <a:pt x="1125410" y="80108"/>
                      <a:pt x="1096659" y="129157"/>
                      <a:pt x="1063915" y="113052"/>
                    </a:cubicBezTo>
                    <a:cubicBezTo>
                      <a:pt x="918563" y="41574"/>
                      <a:pt x="741000" y="35983"/>
                      <a:pt x="592919" y="103601"/>
                    </a:cubicBezTo>
                    <a:cubicBezTo>
                      <a:pt x="517116" y="138209"/>
                      <a:pt x="459813" y="190453"/>
                      <a:pt x="446503" y="275973"/>
                    </a:cubicBezTo>
                    <a:cubicBezTo>
                      <a:pt x="433192" y="361494"/>
                      <a:pt x="466469" y="443554"/>
                      <a:pt x="510527" y="514699"/>
                    </a:cubicBezTo>
                    <a:cubicBezTo>
                      <a:pt x="523837" y="536928"/>
                      <a:pt x="501675" y="561286"/>
                      <a:pt x="478448" y="556428"/>
                    </a:cubicBezTo>
                    <a:cubicBezTo>
                      <a:pt x="288240" y="515498"/>
                      <a:pt x="125717" y="699849"/>
                      <a:pt x="74804" y="864369"/>
                    </a:cubicBezTo>
                    <a:cubicBezTo>
                      <a:pt x="23159" y="1032482"/>
                      <a:pt x="82524" y="1240659"/>
                      <a:pt x="261552" y="1302887"/>
                    </a:cubicBezTo>
                    <a:cubicBezTo>
                      <a:pt x="295827" y="1314866"/>
                      <a:pt x="281119" y="1369440"/>
                      <a:pt x="246444" y="1357726"/>
                    </a:cubicBezTo>
                    <a:cubicBezTo>
                      <a:pt x="38200" y="1285649"/>
                      <a:pt x="-41198" y="1048920"/>
                      <a:pt x="19965" y="8492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320622" y="1248790"/>
                <a:ext cx="245713" cy="503806"/>
              </a:xfrm>
              <a:custGeom>
                <a:avLst/>
                <a:gdLst/>
                <a:ahLst/>
                <a:cxnLst/>
                <a:rect l="l" t="t" r="r" b="b"/>
                <a:pathLst>
                  <a:path w="245713" h="503806">
                    <a:moveTo>
                      <a:pt x="0" y="0"/>
                    </a:moveTo>
                    <a:lnTo>
                      <a:pt x="245714" y="0"/>
                    </a:lnTo>
                    <a:lnTo>
                      <a:pt x="245714" y="503806"/>
                    </a:lnTo>
                    <a:lnTo>
                      <a:pt x="0" y="503806"/>
                    </a:lnTo>
                    <a:close/>
                  </a:path>
                </a:pathLst>
              </a:custGeom>
              <a:solidFill>
                <a:srgbClr val="1739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038179" y="1028923"/>
                <a:ext cx="1386559" cy="554730"/>
              </a:xfrm>
              <a:custGeom>
                <a:avLst/>
                <a:gdLst/>
                <a:ahLst/>
                <a:cxnLst/>
                <a:rect l="l" t="t" r="r" b="b"/>
                <a:pathLst>
                  <a:path w="1386559" h="554730">
                    <a:moveTo>
                      <a:pt x="1361881" y="533932"/>
                    </a:moveTo>
                    <a:cubicBezTo>
                      <a:pt x="1336258" y="558690"/>
                      <a:pt x="1298390" y="554497"/>
                      <a:pt x="1265645" y="553898"/>
                    </a:cubicBezTo>
                    <a:cubicBezTo>
                      <a:pt x="1234898" y="553565"/>
                      <a:pt x="1193835" y="559688"/>
                      <a:pt x="1171074" y="533399"/>
                    </a:cubicBezTo>
                    <a:cubicBezTo>
                      <a:pt x="1148312" y="507111"/>
                      <a:pt x="1158229" y="470507"/>
                      <a:pt x="1139927" y="442288"/>
                    </a:cubicBezTo>
                    <a:cubicBezTo>
                      <a:pt x="1120360" y="412473"/>
                      <a:pt x="1086019" y="393838"/>
                      <a:pt x="1053408" y="381659"/>
                    </a:cubicBezTo>
                    <a:cubicBezTo>
                      <a:pt x="882633" y="319365"/>
                      <a:pt x="124328" y="371942"/>
                      <a:pt x="72882" y="373273"/>
                    </a:cubicBezTo>
                    <a:cubicBezTo>
                      <a:pt x="46261" y="373872"/>
                      <a:pt x="20571" y="369413"/>
                      <a:pt x="7128" y="344056"/>
                    </a:cubicBezTo>
                    <a:cubicBezTo>
                      <a:pt x="-20492" y="292411"/>
                      <a:pt x="37609" y="207090"/>
                      <a:pt x="68090" y="167957"/>
                    </a:cubicBezTo>
                    <a:cubicBezTo>
                      <a:pt x="110272" y="114302"/>
                      <a:pt x="164858" y="71708"/>
                      <a:pt x="227152" y="43835"/>
                    </a:cubicBezTo>
                    <a:cubicBezTo>
                      <a:pt x="259390" y="29646"/>
                      <a:pt x="293219" y="19417"/>
                      <a:pt x="327913" y="13354"/>
                    </a:cubicBezTo>
                    <a:cubicBezTo>
                      <a:pt x="464653" y="-17240"/>
                      <a:pt x="607889" y="4383"/>
                      <a:pt x="729494" y="73984"/>
                    </a:cubicBezTo>
                    <a:cubicBezTo>
                      <a:pt x="804300" y="116977"/>
                      <a:pt x="861069" y="177873"/>
                      <a:pt x="947655" y="198438"/>
                    </a:cubicBezTo>
                    <a:cubicBezTo>
                      <a:pt x="1029449" y="217672"/>
                      <a:pt x="1114437" y="212880"/>
                      <a:pt x="1196896" y="227588"/>
                    </a:cubicBezTo>
                    <a:cubicBezTo>
                      <a:pt x="1268441" y="240100"/>
                      <a:pt x="1327806" y="277303"/>
                      <a:pt x="1358553" y="344389"/>
                    </a:cubicBezTo>
                    <a:cubicBezTo>
                      <a:pt x="1380516" y="392839"/>
                      <a:pt x="1406804" y="491604"/>
                      <a:pt x="1361881" y="533932"/>
                    </a:cubicBezTo>
                    <a:close/>
                  </a:path>
                </a:pathLst>
              </a:custGeom>
              <a:solidFill>
                <a:srgbClr val="1739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309909" y="2190249"/>
                <a:ext cx="2302252" cy="4133408"/>
              </a:xfrm>
              <a:custGeom>
                <a:avLst/>
                <a:gdLst/>
                <a:ahLst/>
                <a:cxnLst/>
                <a:rect l="l" t="t" r="r" b="b"/>
                <a:pathLst>
                  <a:path w="2302252" h="4133407">
                    <a:moveTo>
                      <a:pt x="2301789" y="3708469"/>
                    </a:moveTo>
                    <a:cubicBezTo>
                      <a:pt x="2310441" y="3939874"/>
                      <a:pt x="2155373" y="4133210"/>
                      <a:pt x="1960040" y="4133210"/>
                    </a:cubicBezTo>
                    <a:lnTo>
                      <a:pt x="341936" y="4133210"/>
                    </a:lnTo>
                    <a:cubicBezTo>
                      <a:pt x="147601" y="4133210"/>
                      <a:pt x="-7933" y="3940872"/>
                      <a:pt x="186" y="3710466"/>
                    </a:cubicBezTo>
                    <a:lnTo>
                      <a:pt x="114990" y="389470"/>
                    </a:lnTo>
                    <a:cubicBezTo>
                      <a:pt x="122510" y="171641"/>
                      <a:pt x="273320" y="-199"/>
                      <a:pt x="456740" y="-199"/>
                    </a:cubicBezTo>
                    <a:lnTo>
                      <a:pt x="1832724" y="-199"/>
                    </a:lnTo>
                    <a:cubicBezTo>
                      <a:pt x="2015545" y="-199"/>
                      <a:pt x="2166088" y="170643"/>
                      <a:pt x="2174473" y="387473"/>
                    </a:cubicBezTo>
                    <a:close/>
                  </a:path>
                </a:pathLst>
              </a:custGeom>
              <a:solidFill>
                <a:srgbClr val="50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486365" y="2621276"/>
                <a:ext cx="2004680" cy="3553152"/>
              </a:xfrm>
              <a:custGeom>
                <a:avLst/>
                <a:gdLst/>
                <a:ahLst/>
                <a:cxnLst/>
                <a:rect l="l" t="t" r="r" b="b"/>
                <a:pathLst>
                  <a:path w="2004679" h="3553152">
                    <a:moveTo>
                      <a:pt x="1916624" y="3293015"/>
                    </a:moveTo>
                    <a:cubicBezTo>
                      <a:pt x="1875228" y="3360700"/>
                      <a:pt x="1816794" y="3416804"/>
                      <a:pt x="1743586" y="3449215"/>
                    </a:cubicBezTo>
                    <a:cubicBezTo>
                      <a:pt x="1663722" y="3484821"/>
                      <a:pt x="1574874" y="3492541"/>
                      <a:pt x="1488554" y="3500860"/>
                    </a:cubicBezTo>
                    <a:cubicBezTo>
                      <a:pt x="1280729" y="3521445"/>
                      <a:pt x="1072199" y="3535780"/>
                      <a:pt x="862956" y="3543853"/>
                    </a:cubicBezTo>
                    <a:cubicBezTo>
                      <a:pt x="673413" y="3551241"/>
                      <a:pt x="462972" y="3573336"/>
                      <a:pt x="282347" y="3502125"/>
                    </a:cubicBezTo>
                    <a:cubicBezTo>
                      <a:pt x="129276" y="3441828"/>
                      <a:pt x="20594" y="3321233"/>
                      <a:pt x="4555" y="3154119"/>
                    </a:cubicBezTo>
                    <a:cubicBezTo>
                      <a:pt x="-5028" y="3056286"/>
                      <a:pt x="2625" y="2955192"/>
                      <a:pt x="5553" y="2857093"/>
                    </a:cubicBezTo>
                    <a:cubicBezTo>
                      <a:pt x="8748" y="2753756"/>
                      <a:pt x="12808" y="2650446"/>
                      <a:pt x="17733" y="2547155"/>
                    </a:cubicBezTo>
                    <a:cubicBezTo>
                      <a:pt x="27316" y="2335450"/>
                      <a:pt x="39229" y="2123745"/>
                      <a:pt x="47881" y="1911707"/>
                    </a:cubicBezTo>
                    <a:cubicBezTo>
                      <a:pt x="56533" y="1699669"/>
                      <a:pt x="62656" y="1488629"/>
                      <a:pt x="60060" y="1276592"/>
                    </a:cubicBezTo>
                    <a:cubicBezTo>
                      <a:pt x="57798" y="1076400"/>
                      <a:pt x="38564" y="877273"/>
                      <a:pt x="33439" y="677614"/>
                    </a:cubicBezTo>
                    <a:cubicBezTo>
                      <a:pt x="29246" y="507904"/>
                      <a:pt x="39229" y="302921"/>
                      <a:pt x="144716" y="161163"/>
                    </a:cubicBezTo>
                    <a:cubicBezTo>
                      <a:pt x="252865" y="15545"/>
                      <a:pt x="438547" y="59803"/>
                      <a:pt x="572053" y="142262"/>
                    </a:cubicBezTo>
                    <a:cubicBezTo>
                      <a:pt x="649321" y="190047"/>
                      <a:pt x="722463" y="249678"/>
                      <a:pt x="811311" y="274370"/>
                    </a:cubicBezTo>
                    <a:cubicBezTo>
                      <a:pt x="901158" y="299726"/>
                      <a:pt x="994465" y="286283"/>
                      <a:pt x="1081117" y="255801"/>
                    </a:cubicBezTo>
                    <a:cubicBezTo>
                      <a:pt x="1172494" y="223390"/>
                      <a:pt x="1257216" y="172677"/>
                      <a:pt x="1337413" y="119168"/>
                    </a:cubicBezTo>
                    <a:cubicBezTo>
                      <a:pt x="1407959" y="71982"/>
                      <a:pt x="1478239" y="13948"/>
                      <a:pt x="1565157" y="2035"/>
                    </a:cubicBezTo>
                    <a:cubicBezTo>
                      <a:pt x="1738195" y="-21392"/>
                      <a:pt x="1851002" y="143859"/>
                      <a:pt x="1881750" y="293337"/>
                    </a:cubicBezTo>
                    <a:cubicBezTo>
                      <a:pt x="1890142" y="334806"/>
                      <a:pt x="1895613" y="376821"/>
                      <a:pt x="1898122" y="419056"/>
                    </a:cubicBezTo>
                    <a:cubicBezTo>
                      <a:pt x="1926340" y="574990"/>
                      <a:pt x="1938520" y="735050"/>
                      <a:pt x="1944709" y="892514"/>
                    </a:cubicBezTo>
                    <a:cubicBezTo>
                      <a:pt x="1962013" y="1302814"/>
                      <a:pt x="1941847" y="1712780"/>
                      <a:pt x="1966805" y="2123080"/>
                    </a:cubicBezTo>
                    <a:cubicBezTo>
                      <a:pt x="1979317" y="2332189"/>
                      <a:pt x="1996021" y="2541365"/>
                      <a:pt x="2001812" y="2751140"/>
                    </a:cubicBezTo>
                    <a:cubicBezTo>
                      <a:pt x="2007069" y="2932431"/>
                      <a:pt x="2015055" y="3131957"/>
                      <a:pt x="1916624" y="3293015"/>
                    </a:cubicBezTo>
                    <a:close/>
                  </a:path>
                </a:pathLst>
              </a:custGeom>
              <a:solidFill>
                <a:srgbClr val="89DA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754272" y="2317731"/>
                <a:ext cx="282719" cy="268299"/>
              </a:xfrm>
              <a:custGeom>
                <a:avLst/>
                <a:gdLst/>
                <a:ahLst/>
                <a:cxnLst/>
                <a:rect l="l" t="t" r="r" b="b"/>
                <a:pathLst>
                  <a:path w="282719" h="268299">
                    <a:moveTo>
                      <a:pt x="10714" y="185053"/>
                    </a:moveTo>
                    <a:cubicBezTo>
                      <a:pt x="-18177" y="118053"/>
                      <a:pt x="12717" y="40320"/>
                      <a:pt x="79716" y="11436"/>
                    </a:cubicBezTo>
                    <a:cubicBezTo>
                      <a:pt x="82345" y="10298"/>
                      <a:pt x="85013" y="9246"/>
                      <a:pt x="87715" y="8288"/>
                    </a:cubicBezTo>
                    <a:cubicBezTo>
                      <a:pt x="150608" y="-15139"/>
                      <a:pt x="225680" y="11815"/>
                      <a:pt x="263216" y="66056"/>
                    </a:cubicBezTo>
                    <a:cubicBezTo>
                      <a:pt x="283880" y="95153"/>
                      <a:pt x="288346" y="132762"/>
                      <a:pt x="275062" y="165885"/>
                    </a:cubicBezTo>
                    <a:cubicBezTo>
                      <a:pt x="261752" y="197298"/>
                      <a:pt x="232402" y="223919"/>
                      <a:pt x="204516" y="242820"/>
                    </a:cubicBezTo>
                    <a:cubicBezTo>
                      <a:pt x="175552" y="263332"/>
                      <a:pt x="139780" y="271844"/>
                      <a:pt x="104686" y="266580"/>
                    </a:cubicBezTo>
                    <a:cubicBezTo>
                      <a:pt x="72481" y="260504"/>
                      <a:pt x="43990" y="241942"/>
                      <a:pt x="25422" y="214935"/>
                    </a:cubicBezTo>
                    <a:cubicBezTo>
                      <a:pt x="19133" y="205950"/>
                      <a:pt x="14361" y="195987"/>
                      <a:pt x="11313" y="185452"/>
                    </a:cubicBezTo>
                    <a:lnTo>
                      <a:pt x="10714" y="185053"/>
                    </a:lnTo>
                    <a:close/>
                  </a:path>
                </a:pathLst>
              </a:custGeom>
              <a:solidFill>
                <a:srgbClr val="89DA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1115520" y="2363168"/>
                <a:ext cx="489749" cy="466539"/>
              </a:xfrm>
              <a:custGeom>
                <a:avLst/>
                <a:gdLst/>
                <a:ahLst/>
                <a:cxnLst/>
                <a:rect l="l" t="t" r="r" b="b"/>
                <a:pathLst>
                  <a:path w="489749" h="466539">
                    <a:moveTo>
                      <a:pt x="1132" y="222341"/>
                    </a:moveTo>
                    <a:cubicBezTo>
                      <a:pt x="-2462" y="191014"/>
                      <a:pt x="1724" y="159288"/>
                      <a:pt x="13311" y="129965"/>
                    </a:cubicBezTo>
                    <a:cubicBezTo>
                      <a:pt x="37436" y="71165"/>
                      <a:pt x="87012" y="26535"/>
                      <a:pt x="148014" y="8705"/>
                    </a:cubicBezTo>
                    <a:cubicBezTo>
                      <a:pt x="209975" y="-10196"/>
                      <a:pt x="273134" y="3248"/>
                      <a:pt x="331235" y="27939"/>
                    </a:cubicBezTo>
                    <a:cubicBezTo>
                      <a:pt x="385742" y="51100"/>
                      <a:pt x="438651" y="82513"/>
                      <a:pt x="466271" y="136687"/>
                    </a:cubicBezTo>
                    <a:cubicBezTo>
                      <a:pt x="516585" y="236516"/>
                      <a:pt x="482643" y="356778"/>
                      <a:pt x="393063" y="420269"/>
                    </a:cubicBezTo>
                    <a:cubicBezTo>
                      <a:pt x="303482" y="483761"/>
                      <a:pt x="174569" y="481232"/>
                      <a:pt x="86919" y="415145"/>
                    </a:cubicBezTo>
                    <a:cubicBezTo>
                      <a:pt x="26522" y="370341"/>
                      <a:pt x="-6023" y="297199"/>
                      <a:pt x="1132" y="222341"/>
                    </a:cubicBezTo>
                    <a:close/>
                  </a:path>
                </a:pathLst>
              </a:custGeom>
              <a:solidFill>
                <a:srgbClr val="89DAF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567441" y="3043858"/>
                <a:ext cx="1787347" cy="2426257"/>
              </a:xfrm>
              <a:custGeom>
                <a:avLst/>
                <a:gdLst/>
                <a:ahLst/>
                <a:cxnLst/>
                <a:rect l="l" t="t" r="r" b="b"/>
                <a:pathLst>
                  <a:path w="1787347" h="2426257">
                    <a:moveTo>
                      <a:pt x="1787348" y="1213129"/>
                    </a:moveTo>
                    <a:cubicBezTo>
                      <a:pt x="1787348" y="1883121"/>
                      <a:pt x="1387237" y="2426257"/>
                      <a:pt x="893674" y="2426257"/>
                    </a:cubicBezTo>
                    <a:cubicBezTo>
                      <a:pt x="400111" y="2426257"/>
                      <a:pt x="0" y="1883121"/>
                      <a:pt x="0" y="1213129"/>
                    </a:cubicBezTo>
                    <a:cubicBezTo>
                      <a:pt x="0" y="543136"/>
                      <a:pt x="400111" y="0"/>
                      <a:pt x="893674" y="0"/>
                    </a:cubicBezTo>
                    <a:cubicBezTo>
                      <a:pt x="1387237" y="0"/>
                      <a:pt x="1787348" y="543136"/>
                      <a:pt x="1787348" y="121312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1063624" y="3451239"/>
                <a:ext cx="812790" cy="1602014"/>
              </a:xfrm>
              <a:custGeom>
                <a:avLst/>
                <a:gdLst/>
                <a:ahLst/>
                <a:cxnLst/>
                <a:rect l="l" t="t" r="r" b="b"/>
                <a:pathLst>
                  <a:path w="812790" h="1602014">
                    <a:moveTo>
                      <a:pt x="652537" y="1511278"/>
                    </a:moveTo>
                    <a:cubicBezTo>
                      <a:pt x="482987" y="1650753"/>
                      <a:pt x="232474" y="1626374"/>
                      <a:pt x="92999" y="1456824"/>
                    </a:cubicBezTo>
                    <a:cubicBezTo>
                      <a:pt x="87821" y="1450528"/>
                      <a:pt x="82837" y="1444073"/>
                      <a:pt x="78051" y="1437471"/>
                    </a:cubicBezTo>
                    <a:cubicBezTo>
                      <a:pt x="5509" y="1337641"/>
                      <a:pt x="-5339" y="1211656"/>
                      <a:pt x="1715" y="1091994"/>
                    </a:cubicBezTo>
                    <a:cubicBezTo>
                      <a:pt x="9136" y="965164"/>
                      <a:pt x="28902" y="839358"/>
                      <a:pt x="60748" y="716368"/>
                    </a:cubicBezTo>
                    <a:cubicBezTo>
                      <a:pt x="123574" y="471320"/>
                      <a:pt x="238910" y="243243"/>
                      <a:pt x="381799" y="34400"/>
                    </a:cubicBezTo>
                    <a:cubicBezTo>
                      <a:pt x="414544" y="-13385"/>
                      <a:pt x="441697" y="-3469"/>
                      <a:pt x="455008" y="15498"/>
                    </a:cubicBezTo>
                    <a:cubicBezTo>
                      <a:pt x="621390" y="250630"/>
                      <a:pt x="720288" y="525827"/>
                      <a:pt x="776792" y="806548"/>
                    </a:cubicBezTo>
                    <a:cubicBezTo>
                      <a:pt x="823179" y="1039084"/>
                      <a:pt x="859384" y="1339970"/>
                      <a:pt x="652537" y="1511278"/>
                    </a:cubicBezTo>
                    <a:close/>
                  </a:path>
                </a:pathLst>
              </a:custGeom>
              <a:solidFill>
                <a:srgbClr val="50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304788" y="2943630"/>
                <a:ext cx="149129" cy="2463235"/>
              </a:xfrm>
              <a:custGeom>
                <a:avLst/>
                <a:gdLst/>
                <a:ahLst/>
                <a:cxnLst/>
                <a:rect l="l" t="t" r="r" b="b"/>
                <a:pathLst>
                  <a:path w="149129" h="2463235">
                    <a:moveTo>
                      <a:pt x="84838" y="30749"/>
                    </a:moveTo>
                    <a:cubicBezTo>
                      <a:pt x="67088" y="655196"/>
                      <a:pt x="45991" y="1279570"/>
                      <a:pt x="21546" y="1903884"/>
                    </a:cubicBezTo>
                    <a:cubicBezTo>
                      <a:pt x="14625" y="2079983"/>
                      <a:pt x="7417" y="2256062"/>
                      <a:pt x="-84" y="2432115"/>
                    </a:cubicBezTo>
                    <a:cubicBezTo>
                      <a:pt x="-1814" y="2473378"/>
                      <a:pt x="62343" y="2473311"/>
                      <a:pt x="64073" y="2432115"/>
                    </a:cubicBezTo>
                    <a:cubicBezTo>
                      <a:pt x="90695" y="1807934"/>
                      <a:pt x="113742" y="1183627"/>
                      <a:pt x="133222" y="559180"/>
                    </a:cubicBezTo>
                    <a:cubicBezTo>
                      <a:pt x="138726" y="382994"/>
                      <a:pt x="143984" y="206848"/>
                      <a:pt x="148995" y="30749"/>
                    </a:cubicBezTo>
                    <a:cubicBezTo>
                      <a:pt x="150193" y="-10514"/>
                      <a:pt x="86036" y="-10514"/>
                      <a:pt x="84838" y="3074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279501" y="5891626"/>
                <a:ext cx="295801" cy="422618"/>
              </a:xfrm>
              <a:custGeom>
                <a:avLst/>
                <a:gdLst/>
                <a:ahLst/>
                <a:cxnLst/>
                <a:rect l="l" t="t" r="r" b="b"/>
                <a:pathLst>
                  <a:path w="295801" h="422618">
                    <a:moveTo>
                      <a:pt x="272515" y="360089"/>
                    </a:moveTo>
                    <a:cubicBezTo>
                      <a:pt x="207093" y="346779"/>
                      <a:pt x="158310" y="300192"/>
                      <a:pt x="126098" y="243622"/>
                    </a:cubicBezTo>
                    <a:cubicBezTo>
                      <a:pt x="108761" y="212355"/>
                      <a:pt x="94559" y="179451"/>
                      <a:pt x="83704" y="145389"/>
                    </a:cubicBezTo>
                    <a:cubicBezTo>
                      <a:pt x="72523" y="112113"/>
                      <a:pt x="56284" y="74244"/>
                      <a:pt x="68264" y="38904"/>
                    </a:cubicBezTo>
                    <a:cubicBezTo>
                      <a:pt x="81574" y="-229"/>
                      <a:pt x="19746" y="-17000"/>
                      <a:pt x="6436" y="21867"/>
                    </a:cubicBezTo>
                    <a:cubicBezTo>
                      <a:pt x="-8605" y="65659"/>
                      <a:pt x="5105" y="111048"/>
                      <a:pt x="18881" y="153242"/>
                    </a:cubicBezTo>
                    <a:cubicBezTo>
                      <a:pt x="31919" y="195710"/>
                      <a:pt x="49289" y="236727"/>
                      <a:pt x="70726" y="275634"/>
                    </a:cubicBezTo>
                    <a:cubicBezTo>
                      <a:pt x="110658" y="345381"/>
                      <a:pt x="174815" y="405545"/>
                      <a:pt x="255677" y="421651"/>
                    </a:cubicBezTo>
                    <a:cubicBezTo>
                      <a:pt x="295808" y="429970"/>
                      <a:pt x="313112" y="368209"/>
                      <a:pt x="272515" y="36008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2465598" y="3210815"/>
                <a:ext cx="169437" cy="2368738"/>
              </a:xfrm>
              <a:custGeom>
                <a:avLst/>
                <a:gdLst/>
                <a:ahLst/>
                <a:cxnLst/>
                <a:rect l="l" t="t" r="r" b="b"/>
                <a:pathLst>
                  <a:path w="169437" h="2368738">
                    <a:moveTo>
                      <a:pt x="73159" y="540436"/>
                    </a:moveTo>
                    <a:cubicBezTo>
                      <a:pt x="68720" y="370593"/>
                      <a:pt x="65685" y="200703"/>
                      <a:pt x="64041" y="30774"/>
                    </a:cubicBezTo>
                    <a:cubicBezTo>
                      <a:pt x="63642" y="-10489"/>
                      <a:pt x="-515" y="-10556"/>
                      <a:pt x="-116" y="30774"/>
                    </a:cubicBezTo>
                    <a:cubicBezTo>
                      <a:pt x="6007" y="630816"/>
                      <a:pt x="28615" y="1230345"/>
                      <a:pt x="67701" y="1829369"/>
                    </a:cubicBezTo>
                    <a:cubicBezTo>
                      <a:pt x="78836" y="1998946"/>
                      <a:pt x="91281" y="2168410"/>
                      <a:pt x="105038" y="2337767"/>
                    </a:cubicBezTo>
                    <a:cubicBezTo>
                      <a:pt x="108299" y="2378631"/>
                      <a:pt x="172522" y="2378964"/>
                      <a:pt x="169195" y="2337767"/>
                    </a:cubicBezTo>
                    <a:cubicBezTo>
                      <a:pt x="120611" y="1739676"/>
                      <a:pt x="88599" y="1140565"/>
                      <a:pt x="73159" y="540436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>
                <a:off x="2412201" y="5125504"/>
                <a:ext cx="78867" cy="519288"/>
              </a:xfrm>
              <a:custGeom>
                <a:avLst/>
                <a:gdLst/>
                <a:ahLst/>
                <a:cxnLst/>
                <a:rect l="l" t="t" r="r" b="b"/>
                <a:pathLst>
                  <a:path w="78867" h="519288">
                    <a:moveTo>
                      <a:pt x="64195" y="30549"/>
                    </a:moveTo>
                    <a:cubicBezTo>
                      <a:pt x="60535" y="-10248"/>
                      <a:pt x="-3689" y="-10647"/>
                      <a:pt x="38" y="30549"/>
                    </a:cubicBezTo>
                    <a:cubicBezTo>
                      <a:pt x="13602" y="182689"/>
                      <a:pt x="17688" y="335522"/>
                      <a:pt x="12284" y="488168"/>
                    </a:cubicBezTo>
                    <a:cubicBezTo>
                      <a:pt x="10820" y="529431"/>
                      <a:pt x="74977" y="529364"/>
                      <a:pt x="76441" y="488168"/>
                    </a:cubicBezTo>
                    <a:cubicBezTo>
                      <a:pt x="81845" y="335522"/>
                      <a:pt x="77759" y="182689"/>
                      <a:pt x="64195" y="3054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2366902" y="2609267"/>
                <a:ext cx="83019" cy="326176"/>
              </a:xfrm>
              <a:custGeom>
                <a:avLst/>
                <a:gdLst/>
                <a:ahLst/>
                <a:cxnLst/>
                <a:rect l="l" t="t" r="r" b="b"/>
                <a:pathLst>
                  <a:path w="83019" h="326176">
                    <a:moveTo>
                      <a:pt x="64039" y="31880"/>
                    </a:moveTo>
                    <a:cubicBezTo>
                      <a:pt x="64039" y="14164"/>
                      <a:pt x="49677" y="-199"/>
                      <a:pt x="31961" y="-199"/>
                    </a:cubicBezTo>
                    <a:cubicBezTo>
                      <a:pt x="14244" y="-199"/>
                      <a:pt x="-118" y="14164"/>
                      <a:pt x="-118" y="31880"/>
                    </a:cubicBezTo>
                    <a:cubicBezTo>
                      <a:pt x="4587" y="119331"/>
                      <a:pt x="10843" y="206668"/>
                      <a:pt x="18650" y="293899"/>
                    </a:cubicBezTo>
                    <a:cubicBezTo>
                      <a:pt x="19269" y="311356"/>
                      <a:pt x="33272" y="325359"/>
                      <a:pt x="50729" y="325978"/>
                    </a:cubicBezTo>
                    <a:cubicBezTo>
                      <a:pt x="66901" y="325978"/>
                      <a:pt x="84338" y="311270"/>
                      <a:pt x="82807" y="293899"/>
                    </a:cubicBezTo>
                    <a:cubicBezTo>
                      <a:pt x="75040" y="206668"/>
                      <a:pt x="68784" y="119331"/>
                      <a:pt x="64039" y="31880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>
                <a:off x="553931" y="2687708"/>
                <a:ext cx="65754" cy="650522"/>
              </a:xfrm>
              <a:custGeom>
                <a:avLst/>
                <a:gdLst/>
                <a:ahLst/>
                <a:cxnLst/>
                <a:rect l="l" t="t" r="r" b="b"/>
                <a:pathLst>
                  <a:path w="65754" h="650522">
                    <a:moveTo>
                      <a:pt x="64039" y="30774"/>
                    </a:moveTo>
                    <a:cubicBezTo>
                      <a:pt x="64039" y="-10489"/>
                      <a:pt x="-185" y="-10556"/>
                      <a:pt x="-118" y="30774"/>
                    </a:cubicBezTo>
                    <a:lnTo>
                      <a:pt x="1479" y="619302"/>
                    </a:lnTo>
                    <a:cubicBezTo>
                      <a:pt x="1479" y="660631"/>
                      <a:pt x="65769" y="660698"/>
                      <a:pt x="65636" y="619302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>
                <a:off x="695489" y="3061162"/>
                <a:ext cx="64157" cy="206846"/>
              </a:xfrm>
              <a:custGeom>
                <a:avLst/>
                <a:gdLst/>
                <a:ahLst/>
                <a:cxnLst/>
                <a:rect l="l" t="t" r="r" b="b"/>
                <a:pathLst>
                  <a:path w="64157" h="206846">
                    <a:moveTo>
                      <a:pt x="31961" y="-199"/>
                    </a:moveTo>
                    <a:cubicBezTo>
                      <a:pt x="14351" y="54"/>
                      <a:pt x="135" y="14270"/>
                      <a:pt x="-118" y="31880"/>
                    </a:cubicBezTo>
                    <a:lnTo>
                      <a:pt x="-118" y="174570"/>
                    </a:lnTo>
                    <a:cubicBezTo>
                      <a:pt x="-118" y="192286"/>
                      <a:pt x="14244" y="206648"/>
                      <a:pt x="31961" y="206648"/>
                    </a:cubicBezTo>
                    <a:cubicBezTo>
                      <a:pt x="49677" y="206648"/>
                      <a:pt x="64039" y="192286"/>
                      <a:pt x="64039" y="174570"/>
                    </a:cubicBezTo>
                    <a:lnTo>
                      <a:pt x="64039" y="31880"/>
                    </a:lnTo>
                    <a:cubicBezTo>
                      <a:pt x="63859" y="14237"/>
                      <a:pt x="49604" y="-19"/>
                      <a:pt x="31961" y="-19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>
                <a:off x="753922" y="1892225"/>
                <a:ext cx="1352756" cy="297958"/>
              </a:xfrm>
              <a:custGeom>
                <a:avLst/>
                <a:gdLst/>
                <a:ahLst/>
                <a:cxnLst/>
                <a:rect l="l" t="t" r="r" b="b"/>
                <a:pathLst>
                  <a:path w="1352756" h="297958">
                    <a:moveTo>
                      <a:pt x="1352639" y="84790"/>
                    </a:moveTo>
                    <a:lnTo>
                      <a:pt x="1352639" y="297759"/>
                    </a:lnTo>
                    <a:lnTo>
                      <a:pt x="-118" y="297759"/>
                    </a:lnTo>
                    <a:lnTo>
                      <a:pt x="-118" y="84790"/>
                    </a:lnTo>
                    <a:cubicBezTo>
                      <a:pt x="-191" y="37923"/>
                      <a:pt x="37737" y="-125"/>
                      <a:pt x="84604" y="-199"/>
                    </a:cubicBezTo>
                    <a:lnTo>
                      <a:pt x="1267983" y="-199"/>
                    </a:lnTo>
                    <a:cubicBezTo>
                      <a:pt x="1314823" y="-85"/>
                      <a:pt x="1352712" y="37950"/>
                      <a:pt x="1352639" y="84790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>
                <a:off x="1104857" y="1490910"/>
                <a:ext cx="650888" cy="401181"/>
              </a:xfrm>
              <a:custGeom>
                <a:avLst/>
                <a:gdLst/>
                <a:ahLst/>
                <a:cxnLst/>
                <a:rect l="l" t="t" r="r" b="b"/>
                <a:pathLst>
                  <a:path w="650888" h="401181">
                    <a:moveTo>
                      <a:pt x="650771" y="84657"/>
                    </a:moveTo>
                    <a:lnTo>
                      <a:pt x="650771" y="400983"/>
                    </a:lnTo>
                    <a:lnTo>
                      <a:pt x="-118" y="400983"/>
                    </a:lnTo>
                    <a:lnTo>
                      <a:pt x="-118" y="84657"/>
                    </a:lnTo>
                    <a:cubicBezTo>
                      <a:pt x="-12" y="37890"/>
                      <a:pt x="37837" y="-19"/>
                      <a:pt x="84604" y="-199"/>
                    </a:cubicBezTo>
                    <a:lnTo>
                      <a:pt x="566115" y="-199"/>
                    </a:lnTo>
                    <a:cubicBezTo>
                      <a:pt x="612902" y="-85"/>
                      <a:pt x="650771" y="37870"/>
                      <a:pt x="650771" y="84657"/>
                    </a:cubicBezTo>
                    <a:close/>
                  </a:path>
                </a:pathLst>
              </a:custGeom>
              <a:solidFill>
                <a:srgbClr val="50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3" name="AutoShape 33"/>
              <p:cNvSpPr/>
              <p:nvPr/>
            </p:nvSpPr>
            <p:spPr>
              <a:xfrm>
                <a:off x="1183592" y="1474646"/>
                <a:ext cx="96961" cy="455672"/>
              </a:xfrm>
              <a:custGeom>
                <a:avLst/>
                <a:gdLst/>
                <a:ahLst/>
                <a:cxnLst/>
                <a:rect l="l" t="t" r="r" b="b"/>
                <a:pathLst>
                  <a:path w="96961" h="455672">
                    <a:moveTo>
                      <a:pt x="64169" y="30574"/>
                    </a:moveTo>
                    <a:cubicBezTo>
                      <a:pt x="60841" y="-10289"/>
                      <a:pt x="-3382" y="-10622"/>
                      <a:pt x="12" y="30574"/>
                    </a:cubicBezTo>
                    <a:lnTo>
                      <a:pt x="32556" y="424701"/>
                    </a:lnTo>
                    <a:cubicBezTo>
                      <a:pt x="35950" y="465565"/>
                      <a:pt x="100108" y="465897"/>
                      <a:pt x="96713" y="424701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4" name="AutoShape 34"/>
              <p:cNvSpPr/>
              <p:nvPr/>
            </p:nvSpPr>
            <p:spPr>
              <a:xfrm>
                <a:off x="1381318" y="1471959"/>
                <a:ext cx="85846" cy="470779"/>
              </a:xfrm>
              <a:custGeom>
                <a:avLst/>
                <a:gdLst/>
                <a:ahLst/>
                <a:cxnLst/>
                <a:rect l="l" t="t" r="r" b="b"/>
                <a:pathLst>
                  <a:path w="85846" h="470779">
                    <a:moveTo>
                      <a:pt x="64039" y="30799"/>
                    </a:moveTo>
                    <a:cubicBezTo>
                      <a:pt x="64039" y="-10464"/>
                      <a:pt x="-251" y="-10597"/>
                      <a:pt x="-118" y="30799"/>
                    </a:cubicBezTo>
                    <a:cubicBezTo>
                      <a:pt x="501" y="166966"/>
                      <a:pt x="7689" y="302867"/>
                      <a:pt x="21445" y="438502"/>
                    </a:cubicBezTo>
                    <a:cubicBezTo>
                      <a:pt x="23242" y="455740"/>
                      <a:pt x="34756" y="470581"/>
                      <a:pt x="53524" y="470581"/>
                    </a:cubicBezTo>
                    <a:cubicBezTo>
                      <a:pt x="69563" y="470581"/>
                      <a:pt x="87399" y="455873"/>
                      <a:pt x="85603" y="438502"/>
                    </a:cubicBezTo>
                    <a:cubicBezTo>
                      <a:pt x="71806" y="303000"/>
                      <a:pt x="64618" y="167099"/>
                      <a:pt x="64039" y="3079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5" name="AutoShape 35"/>
              <p:cNvSpPr/>
              <p:nvPr/>
            </p:nvSpPr>
            <p:spPr>
              <a:xfrm>
                <a:off x="1566321" y="1476535"/>
                <a:ext cx="93799" cy="447627"/>
              </a:xfrm>
              <a:custGeom>
                <a:avLst/>
                <a:gdLst/>
                <a:ahLst/>
                <a:cxnLst/>
                <a:rect l="l" t="t" r="r" b="b"/>
                <a:pathLst>
                  <a:path w="93799" h="447627">
                    <a:moveTo>
                      <a:pt x="29379" y="30549"/>
                    </a:moveTo>
                    <a:cubicBezTo>
                      <a:pt x="18112" y="158996"/>
                      <a:pt x="8302" y="287663"/>
                      <a:pt x="-37" y="416557"/>
                    </a:cubicBezTo>
                    <a:cubicBezTo>
                      <a:pt x="-2700" y="457819"/>
                      <a:pt x="61458" y="457620"/>
                      <a:pt x="64120" y="416557"/>
                    </a:cubicBezTo>
                    <a:cubicBezTo>
                      <a:pt x="72459" y="287890"/>
                      <a:pt x="82269" y="159216"/>
                      <a:pt x="93536" y="30549"/>
                    </a:cubicBezTo>
                    <a:cubicBezTo>
                      <a:pt x="97130" y="-10581"/>
                      <a:pt x="33039" y="-10314"/>
                      <a:pt x="29379" y="30549"/>
                    </a:cubicBezTo>
                    <a:close/>
                  </a:path>
                </a:pathLst>
              </a:custGeom>
              <a:solidFill>
                <a:srgbClr val="079ED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6" name="AutoShape 36"/>
              <p:cNvSpPr/>
              <p:nvPr/>
            </p:nvSpPr>
            <p:spPr>
              <a:xfrm>
                <a:off x="3681856" y="3840695"/>
                <a:ext cx="2861779" cy="1538218"/>
              </a:xfrm>
              <a:custGeom>
                <a:avLst/>
                <a:gdLst/>
                <a:ahLst/>
                <a:cxnLst/>
                <a:rect l="l" t="t" r="r" b="b"/>
                <a:pathLst>
                  <a:path w="2861779" h="1538218">
                    <a:moveTo>
                      <a:pt x="2861662" y="142427"/>
                    </a:moveTo>
                    <a:cubicBezTo>
                      <a:pt x="2861662" y="142427"/>
                      <a:pt x="917116" y="-625529"/>
                      <a:pt x="-118" y="1402542"/>
                    </a:cubicBezTo>
                    <a:cubicBezTo>
                      <a:pt x="-384" y="1402542"/>
                      <a:pt x="1675887" y="2147803"/>
                      <a:pt x="2861662" y="142427"/>
                    </a:cubicBezTo>
                    <a:close/>
                  </a:path>
                </a:pathLst>
              </a:custGeom>
              <a:solidFill>
                <a:srgbClr val="48CCC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7" name="AutoShape 37"/>
              <p:cNvSpPr/>
              <p:nvPr/>
            </p:nvSpPr>
            <p:spPr>
              <a:xfrm>
                <a:off x="3911341" y="4102160"/>
                <a:ext cx="2263968" cy="1019704"/>
              </a:xfrm>
              <a:custGeom>
                <a:avLst/>
                <a:gdLst/>
                <a:ahLst/>
                <a:cxnLst/>
                <a:rect l="l" t="t" r="r" b="b"/>
                <a:pathLst>
                  <a:path w="2263968" h="1019704">
                    <a:moveTo>
                      <a:pt x="1702632" y="612580"/>
                    </a:moveTo>
                    <a:cubicBezTo>
                      <a:pt x="1734710" y="615574"/>
                      <a:pt x="1740434" y="565992"/>
                      <a:pt x="1708355" y="562865"/>
                    </a:cubicBezTo>
                    <a:lnTo>
                      <a:pt x="1254463" y="520204"/>
                    </a:lnTo>
                    <a:cubicBezTo>
                      <a:pt x="1423994" y="451920"/>
                      <a:pt x="1593597" y="383884"/>
                      <a:pt x="1763261" y="316086"/>
                    </a:cubicBezTo>
                    <a:cubicBezTo>
                      <a:pt x="1925032" y="251749"/>
                      <a:pt x="2086975" y="187725"/>
                      <a:pt x="2249098" y="124014"/>
                    </a:cubicBezTo>
                    <a:cubicBezTo>
                      <a:pt x="2279047" y="112234"/>
                      <a:pt x="2258815" y="66512"/>
                      <a:pt x="2229132" y="78225"/>
                    </a:cubicBezTo>
                    <a:cubicBezTo>
                      <a:pt x="1891489" y="211019"/>
                      <a:pt x="1554438" y="345216"/>
                      <a:pt x="1217992" y="480805"/>
                    </a:cubicBezTo>
                    <a:cubicBezTo>
                      <a:pt x="1341248" y="337582"/>
                      <a:pt x="1459513" y="190367"/>
                      <a:pt x="1572787" y="39159"/>
                    </a:cubicBezTo>
                    <a:cubicBezTo>
                      <a:pt x="1592087" y="13336"/>
                      <a:pt x="1551623" y="-16014"/>
                      <a:pt x="1532322" y="9809"/>
                    </a:cubicBezTo>
                    <a:cubicBezTo>
                      <a:pt x="1401259" y="185242"/>
                      <a:pt x="1263361" y="355219"/>
                      <a:pt x="1118629" y="519738"/>
                    </a:cubicBezTo>
                    <a:cubicBezTo>
                      <a:pt x="1118229" y="520204"/>
                      <a:pt x="1118030" y="520736"/>
                      <a:pt x="1117697" y="521202"/>
                    </a:cubicBezTo>
                    <a:cubicBezTo>
                      <a:pt x="910936" y="604660"/>
                      <a:pt x="704316" y="688563"/>
                      <a:pt x="497822" y="772906"/>
                    </a:cubicBezTo>
                    <a:cubicBezTo>
                      <a:pt x="440121" y="796532"/>
                      <a:pt x="382485" y="820424"/>
                      <a:pt x="324784" y="844117"/>
                    </a:cubicBezTo>
                    <a:lnTo>
                      <a:pt x="700409" y="405666"/>
                    </a:lnTo>
                    <a:cubicBezTo>
                      <a:pt x="721307" y="381241"/>
                      <a:pt x="680443" y="351958"/>
                      <a:pt x="659878" y="376316"/>
                    </a:cubicBezTo>
                    <a:lnTo>
                      <a:pt x="223224" y="885846"/>
                    </a:lnTo>
                    <a:cubicBezTo>
                      <a:pt x="153696" y="914464"/>
                      <a:pt x="84129" y="943082"/>
                      <a:pt x="14514" y="971700"/>
                    </a:cubicBezTo>
                    <a:cubicBezTo>
                      <a:pt x="-15236" y="984012"/>
                      <a:pt x="4930" y="1029734"/>
                      <a:pt x="34480" y="1017422"/>
                    </a:cubicBezTo>
                    <a:cubicBezTo>
                      <a:pt x="107954" y="987074"/>
                      <a:pt x="181496" y="956792"/>
                      <a:pt x="255103" y="926577"/>
                    </a:cubicBezTo>
                    <a:cubicBezTo>
                      <a:pt x="470069" y="946143"/>
                      <a:pt x="685548" y="956972"/>
                      <a:pt x="901532" y="959055"/>
                    </a:cubicBezTo>
                    <a:cubicBezTo>
                      <a:pt x="933478" y="959055"/>
                      <a:pt x="939401" y="909672"/>
                      <a:pt x="907256" y="909406"/>
                    </a:cubicBezTo>
                    <a:cubicBezTo>
                      <a:pt x="723437" y="907676"/>
                      <a:pt x="539903" y="899470"/>
                      <a:pt x="356663" y="884782"/>
                    </a:cubicBezTo>
                    <a:cubicBezTo>
                      <a:pt x="621810" y="775987"/>
                      <a:pt x="887244" y="668018"/>
                      <a:pt x="1152970" y="560868"/>
                    </a:cubicBezTo>
                    <a:close/>
                  </a:path>
                </a:pathLst>
              </a:custGeom>
              <a:solidFill>
                <a:srgbClr val="13A39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8" name="AutoShape 38"/>
              <p:cNvSpPr/>
              <p:nvPr/>
            </p:nvSpPr>
            <p:spPr>
              <a:xfrm>
                <a:off x="2721169" y="1927831"/>
                <a:ext cx="1265881" cy="3126527"/>
              </a:xfrm>
              <a:custGeom>
                <a:avLst/>
                <a:gdLst/>
                <a:ahLst/>
                <a:cxnLst/>
                <a:rect l="l" t="t" r="r" b="b"/>
                <a:pathLst>
                  <a:path w="1265881" h="3126527">
                    <a:moveTo>
                      <a:pt x="630666" y="-199"/>
                    </a:moveTo>
                    <a:cubicBezTo>
                      <a:pt x="630666" y="-199"/>
                      <a:pt x="-827511" y="1498043"/>
                      <a:pt x="690231" y="3126330"/>
                    </a:cubicBezTo>
                    <a:cubicBezTo>
                      <a:pt x="690231" y="3126330"/>
                      <a:pt x="2024020" y="1866880"/>
                      <a:pt x="630666" y="-199"/>
                    </a:cubicBezTo>
                    <a:close/>
                  </a:path>
                </a:pathLst>
              </a:custGeom>
              <a:solidFill>
                <a:srgbClr val="48CCC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9" name="AutoShape 39"/>
              <p:cNvSpPr/>
              <p:nvPr/>
            </p:nvSpPr>
            <p:spPr>
              <a:xfrm>
                <a:off x="3043069" y="2351394"/>
                <a:ext cx="639244" cy="2435868"/>
              </a:xfrm>
              <a:custGeom>
                <a:avLst/>
                <a:gdLst/>
                <a:ahLst/>
                <a:cxnLst/>
                <a:rect l="l" t="t" r="r" b="b"/>
                <a:pathLst>
                  <a:path w="639244" h="2435868">
                    <a:moveTo>
                      <a:pt x="625492" y="715893"/>
                    </a:moveTo>
                    <a:cubicBezTo>
                      <a:pt x="640666" y="687474"/>
                      <a:pt x="597007" y="663049"/>
                      <a:pt x="581833" y="691467"/>
                    </a:cubicBezTo>
                    <a:lnTo>
                      <a:pt x="367532" y="1093914"/>
                    </a:lnTo>
                    <a:cubicBezTo>
                      <a:pt x="369881" y="911159"/>
                      <a:pt x="372477" y="728424"/>
                      <a:pt x="375319" y="545716"/>
                    </a:cubicBezTo>
                    <a:cubicBezTo>
                      <a:pt x="378294" y="371614"/>
                      <a:pt x="381622" y="197531"/>
                      <a:pt x="385302" y="23475"/>
                    </a:cubicBezTo>
                    <a:cubicBezTo>
                      <a:pt x="385967" y="-8737"/>
                      <a:pt x="335986" y="-7739"/>
                      <a:pt x="335321" y="24406"/>
                    </a:cubicBezTo>
                    <a:cubicBezTo>
                      <a:pt x="327733" y="387120"/>
                      <a:pt x="321631" y="749834"/>
                      <a:pt x="317018" y="1112548"/>
                    </a:cubicBezTo>
                    <a:cubicBezTo>
                      <a:pt x="232363" y="943684"/>
                      <a:pt x="142117" y="777807"/>
                      <a:pt x="46281" y="614932"/>
                    </a:cubicBezTo>
                    <a:cubicBezTo>
                      <a:pt x="29909" y="587245"/>
                      <a:pt x="-12818" y="613201"/>
                      <a:pt x="3554" y="640954"/>
                    </a:cubicBezTo>
                    <a:cubicBezTo>
                      <a:pt x="114964" y="829519"/>
                      <a:pt x="218653" y="1022303"/>
                      <a:pt x="314623" y="1219300"/>
                    </a:cubicBezTo>
                    <a:cubicBezTo>
                      <a:pt x="314623" y="1219832"/>
                      <a:pt x="315355" y="1220165"/>
                      <a:pt x="315687" y="1220697"/>
                    </a:cubicBezTo>
                    <a:cubicBezTo>
                      <a:pt x="312939" y="1443696"/>
                      <a:pt x="310716" y="1666689"/>
                      <a:pt x="309032" y="1889688"/>
                    </a:cubicBezTo>
                    <a:cubicBezTo>
                      <a:pt x="308566" y="1952048"/>
                      <a:pt x="308433" y="2014409"/>
                      <a:pt x="308034" y="2076769"/>
                    </a:cubicBezTo>
                    <a:cubicBezTo>
                      <a:pt x="221429" y="1904929"/>
                      <a:pt x="134910" y="1733089"/>
                      <a:pt x="48477" y="1561249"/>
                    </a:cubicBezTo>
                    <a:cubicBezTo>
                      <a:pt x="34035" y="1532564"/>
                      <a:pt x="-8625" y="1558720"/>
                      <a:pt x="5816" y="1587338"/>
                    </a:cubicBezTo>
                    <a:cubicBezTo>
                      <a:pt x="106445" y="1786997"/>
                      <a:pt x="207093" y="1986656"/>
                      <a:pt x="307767" y="2186315"/>
                    </a:cubicBezTo>
                    <a:cubicBezTo>
                      <a:pt x="307368" y="2261587"/>
                      <a:pt x="306836" y="2336791"/>
                      <a:pt x="306570" y="2411996"/>
                    </a:cubicBezTo>
                    <a:cubicBezTo>
                      <a:pt x="306570" y="2444208"/>
                      <a:pt x="356418" y="2443210"/>
                      <a:pt x="356551" y="2411064"/>
                    </a:cubicBezTo>
                    <a:cubicBezTo>
                      <a:pt x="356551" y="2331201"/>
                      <a:pt x="357350" y="2252003"/>
                      <a:pt x="357749" y="2172472"/>
                    </a:cubicBezTo>
                    <a:cubicBezTo>
                      <a:pt x="458643" y="1981684"/>
                      <a:pt x="551685" y="1787017"/>
                      <a:pt x="636872" y="1588469"/>
                    </a:cubicBezTo>
                    <a:cubicBezTo>
                      <a:pt x="649451" y="1559119"/>
                      <a:pt x="605859" y="1534495"/>
                      <a:pt x="593214" y="1564044"/>
                    </a:cubicBezTo>
                    <a:cubicBezTo>
                      <a:pt x="520804" y="1733002"/>
                      <a:pt x="442517" y="1899205"/>
                      <a:pt x="358348" y="2062659"/>
                    </a:cubicBezTo>
                    <a:cubicBezTo>
                      <a:pt x="360032" y="1776169"/>
                      <a:pt x="362674" y="1489658"/>
                      <a:pt x="366268" y="1203127"/>
                    </a:cubicBezTo>
                    <a:close/>
                  </a:path>
                </a:pathLst>
              </a:custGeom>
              <a:solidFill>
                <a:srgbClr val="13A39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/>
              <p:cNvSpPr/>
              <p:nvPr/>
            </p:nvSpPr>
            <p:spPr>
              <a:xfrm>
                <a:off x="3231579" y="2320996"/>
                <a:ext cx="2071612" cy="2997768"/>
              </a:xfrm>
              <a:custGeom>
                <a:avLst/>
                <a:gdLst/>
                <a:ahLst/>
                <a:cxnLst/>
                <a:rect l="l" t="t" r="r" b="b"/>
                <a:pathLst>
                  <a:path w="2071611" h="2997768">
                    <a:moveTo>
                      <a:pt x="1630278" y="1306068"/>
                    </a:moveTo>
                    <a:cubicBezTo>
                      <a:pt x="1707612" y="1251428"/>
                      <a:pt x="1794797" y="1207037"/>
                      <a:pt x="1890700" y="1220880"/>
                    </a:cubicBezTo>
                    <a:cubicBezTo>
                      <a:pt x="1975355" y="1233059"/>
                      <a:pt x="2060077" y="1291626"/>
                      <a:pt x="2070393" y="1381939"/>
                    </a:cubicBezTo>
                    <a:cubicBezTo>
                      <a:pt x="2080709" y="1472251"/>
                      <a:pt x="2016685" y="1548321"/>
                      <a:pt x="1956720" y="1607087"/>
                    </a:cubicBezTo>
                    <a:cubicBezTo>
                      <a:pt x="1813491" y="1746336"/>
                      <a:pt x="1650636" y="1863849"/>
                      <a:pt x="1473346" y="1955892"/>
                    </a:cubicBezTo>
                    <a:cubicBezTo>
                      <a:pt x="1524858" y="1954228"/>
                      <a:pt x="1576170" y="1957289"/>
                      <a:pt x="1625552" y="1972929"/>
                    </a:cubicBezTo>
                    <a:cubicBezTo>
                      <a:pt x="1696098" y="1995224"/>
                      <a:pt x="1763983" y="2047136"/>
                      <a:pt x="1786345" y="2120011"/>
                    </a:cubicBezTo>
                    <a:cubicBezTo>
                      <a:pt x="1831933" y="2269423"/>
                      <a:pt x="1696165" y="2382231"/>
                      <a:pt x="1584889" y="2452244"/>
                    </a:cubicBezTo>
                    <a:cubicBezTo>
                      <a:pt x="1438658" y="2543309"/>
                      <a:pt x="1285493" y="2622726"/>
                      <a:pt x="1126804" y="2689772"/>
                    </a:cubicBezTo>
                    <a:cubicBezTo>
                      <a:pt x="805752" y="2826871"/>
                      <a:pt x="467929" y="2919380"/>
                      <a:pt x="128509" y="2997047"/>
                    </a:cubicBezTo>
                    <a:cubicBezTo>
                      <a:pt x="109940" y="3001373"/>
                      <a:pt x="103485" y="2977813"/>
                      <a:pt x="111072" y="2965368"/>
                    </a:cubicBezTo>
                    <a:cubicBezTo>
                      <a:pt x="159775" y="2885604"/>
                      <a:pt x="194796" y="2798260"/>
                      <a:pt x="214695" y="2706943"/>
                    </a:cubicBezTo>
                    <a:cubicBezTo>
                      <a:pt x="225164" y="2658246"/>
                      <a:pt x="231513" y="2608757"/>
                      <a:pt x="233662" y="2558995"/>
                    </a:cubicBezTo>
                    <a:cubicBezTo>
                      <a:pt x="225503" y="2509946"/>
                      <a:pt x="214076" y="2461502"/>
                      <a:pt x="199454" y="2413976"/>
                    </a:cubicBezTo>
                    <a:cubicBezTo>
                      <a:pt x="159522" y="2283865"/>
                      <a:pt x="102021" y="2160276"/>
                      <a:pt x="58961" y="2031296"/>
                    </a:cubicBezTo>
                    <a:cubicBezTo>
                      <a:pt x="15901" y="1902317"/>
                      <a:pt x="-16111" y="1761756"/>
                      <a:pt x="8380" y="1626388"/>
                    </a:cubicBezTo>
                    <a:cubicBezTo>
                      <a:pt x="18297" y="1572213"/>
                      <a:pt x="45051" y="1508722"/>
                      <a:pt x="101954" y="1490686"/>
                    </a:cubicBezTo>
                    <a:cubicBezTo>
                      <a:pt x="160055" y="1472584"/>
                      <a:pt x="212831" y="1510053"/>
                      <a:pt x="253096" y="1547988"/>
                    </a:cubicBezTo>
                    <a:cubicBezTo>
                      <a:pt x="327409" y="1618667"/>
                      <a:pt x="391014" y="1699802"/>
                      <a:pt x="441907" y="1788843"/>
                    </a:cubicBezTo>
                    <a:cubicBezTo>
                      <a:pt x="428064" y="1700661"/>
                      <a:pt x="416018" y="1612345"/>
                      <a:pt x="409695" y="1523563"/>
                    </a:cubicBezTo>
                    <a:cubicBezTo>
                      <a:pt x="401642" y="1408227"/>
                      <a:pt x="403040" y="1291559"/>
                      <a:pt x="423006" y="1177487"/>
                    </a:cubicBezTo>
                    <a:cubicBezTo>
                      <a:pt x="440908" y="1077325"/>
                      <a:pt x="467862" y="945617"/>
                      <a:pt x="562035" y="888847"/>
                    </a:cubicBezTo>
                    <a:cubicBezTo>
                      <a:pt x="606492" y="862226"/>
                      <a:pt x="659868" y="856635"/>
                      <a:pt x="706455" y="881593"/>
                    </a:cubicBezTo>
                    <a:cubicBezTo>
                      <a:pt x="750979" y="905153"/>
                      <a:pt x="782059" y="946881"/>
                      <a:pt x="811276" y="986813"/>
                    </a:cubicBezTo>
                    <a:cubicBezTo>
                      <a:pt x="870948" y="1068786"/>
                      <a:pt x="925002" y="1154700"/>
                      <a:pt x="973067" y="1243974"/>
                    </a:cubicBezTo>
                    <a:cubicBezTo>
                      <a:pt x="965080" y="1049306"/>
                      <a:pt x="984314" y="853108"/>
                      <a:pt x="1039620" y="665828"/>
                    </a:cubicBezTo>
                    <a:cubicBezTo>
                      <a:pt x="1095324" y="475819"/>
                      <a:pt x="1189031" y="295261"/>
                      <a:pt x="1325798" y="150375"/>
                    </a:cubicBezTo>
                    <a:cubicBezTo>
                      <a:pt x="1390021" y="82358"/>
                      <a:pt x="1470617" y="19931"/>
                      <a:pt x="1565056" y="3226"/>
                    </a:cubicBezTo>
                    <a:cubicBezTo>
                      <a:pt x="1664885" y="-14411"/>
                      <a:pt x="1754798" y="37634"/>
                      <a:pt x="1803715" y="123487"/>
                    </a:cubicBezTo>
                    <a:cubicBezTo>
                      <a:pt x="1860418" y="223317"/>
                      <a:pt x="1856957" y="345974"/>
                      <a:pt x="1853430" y="457251"/>
                    </a:cubicBezTo>
                    <a:cubicBezTo>
                      <a:pt x="1849756" y="563955"/>
                      <a:pt x="1837470" y="670180"/>
                      <a:pt x="1816693" y="774908"/>
                    </a:cubicBezTo>
                    <a:cubicBezTo>
                      <a:pt x="1779816" y="959839"/>
                      <a:pt x="1717063" y="1138654"/>
                      <a:pt x="1630278" y="1306068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3525570" y="2766147"/>
                <a:ext cx="1279067" cy="2422212"/>
              </a:xfrm>
              <a:custGeom>
                <a:avLst/>
                <a:gdLst/>
                <a:ahLst/>
                <a:cxnLst/>
                <a:rect l="l" t="t" r="r" b="b"/>
                <a:pathLst>
                  <a:path w="1279067" h="2422212">
                    <a:moveTo>
                      <a:pt x="1267072" y="29736"/>
                    </a:moveTo>
                    <a:cubicBezTo>
                      <a:pt x="1277720" y="-679"/>
                      <a:pt x="1229270" y="-12991"/>
                      <a:pt x="1218687" y="17158"/>
                    </a:cubicBezTo>
                    <a:cubicBezTo>
                      <a:pt x="1048578" y="501597"/>
                      <a:pt x="857904" y="982176"/>
                      <a:pt x="618313" y="1436667"/>
                    </a:cubicBezTo>
                    <a:cubicBezTo>
                      <a:pt x="586813" y="1251383"/>
                      <a:pt x="560192" y="1065348"/>
                      <a:pt x="538449" y="878554"/>
                    </a:cubicBezTo>
                    <a:cubicBezTo>
                      <a:pt x="534855" y="846874"/>
                      <a:pt x="484807" y="846874"/>
                      <a:pt x="488401" y="878554"/>
                    </a:cubicBezTo>
                    <a:cubicBezTo>
                      <a:pt x="512407" y="1089174"/>
                      <a:pt x="542822" y="1298922"/>
                      <a:pt x="579646" y="1507812"/>
                    </a:cubicBezTo>
                    <a:cubicBezTo>
                      <a:pt x="506969" y="1641916"/>
                      <a:pt x="430167" y="1774024"/>
                      <a:pt x="347841" y="1902605"/>
                    </a:cubicBezTo>
                    <a:cubicBezTo>
                      <a:pt x="310239" y="1961438"/>
                      <a:pt x="271106" y="2019339"/>
                      <a:pt x="231307" y="2076774"/>
                    </a:cubicBezTo>
                    <a:cubicBezTo>
                      <a:pt x="202243" y="1888163"/>
                      <a:pt x="170364" y="1700037"/>
                      <a:pt x="135670" y="1512404"/>
                    </a:cubicBezTo>
                    <a:cubicBezTo>
                      <a:pt x="129747" y="1480792"/>
                      <a:pt x="81696" y="1494502"/>
                      <a:pt x="87552" y="1525715"/>
                    </a:cubicBezTo>
                    <a:cubicBezTo>
                      <a:pt x="125355" y="1728216"/>
                      <a:pt x="159629" y="1931376"/>
                      <a:pt x="190377" y="2135207"/>
                    </a:cubicBezTo>
                    <a:cubicBezTo>
                      <a:pt x="131191" y="2218086"/>
                      <a:pt x="69650" y="2299214"/>
                      <a:pt x="5759" y="2378592"/>
                    </a:cubicBezTo>
                    <a:cubicBezTo>
                      <a:pt x="-14207" y="2403416"/>
                      <a:pt x="21465" y="2438490"/>
                      <a:pt x="41764" y="2413333"/>
                    </a:cubicBezTo>
                    <a:cubicBezTo>
                      <a:pt x="106453" y="2333469"/>
                      <a:pt x="168215" y="2251143"/>
                      <a:pt x="228112" y="2167619"/>
                    </a:cubicBezTo>
                    <a:cubicBezTo>
                      <a:pt x="432523" y="2102177"/>
                      <a:pt x="633174" y="2025528"/>
                      <a:pt x="829153" y="1938011"/>
                    </a:cubicBezTo>
                    <a:cubicBezTo>
                      <a:pt x="858436" y="1924701"/>
                      <a:pt x="832414" y="1882240"/>
                      <a:pt x="803330" y="1895217"/>
                    </a:cubicBezTo>
                    <a:cubicBezTo>
                      <a:pt x="631357" y="1971953"/>
                      <a:pt x="455457" y="2039371"/>
                      <a:pt x="276763" y="2098737"/>
                    </a:cubicBezTo>
                    <a:cubicBezTo>
                      <a:pt x="404478" y="1912860"/>
                      <a:pt x="521937" y="1720143"/>
                      <a:pt x="628628" y="1521456"/>
                    </a:cubicBezTo>
                    <a:cubicBezTo>
                      <a:pt x="839202" y="1387551"/>
                      <a:pt x="1052019" y="1257220"/>
                      <a:pt x="1267072" y="1130457"/>
                    </a:cubicBezTo>
                    <a:cubicBezTo>
                      <a:pt x="1294758" y="1114084"/>
                      <a:pt x="1269001" y="1071224"/>
                      <a:pt x="1241249" y="1087596"/>
                    </a:cubicBezTo>
                    <a:cubicBezTo>
                      <a:pt x="1051040" y="1200024"/>
                      <a:pt x="862609" y="1315255"/>
                      <a:pt x="675948" y="1433273"/>
                    </a:cubicBezTo>
                    <a:cubicBezTo>
                      <a:pt x="819037" y="1159074"/>
                      <a:pt x="945021" y="875625"/>
                      <a:pt x="1059160" y="588049"/>
                    </a:cubicBezTo>
                    <a:cubicBezTo>
                      <a:pt x="1132768" y="403631"/>
                      <a:pt x="1201251" y="217149"/>
                      <a:pt x="1267072" y="29736"/>
                    </a:cubicBezTo>
                    <a:close/>
                  </a:path>
                </a:pathLst>
              </a:custGeom>
              <a:solidFill>
                <a:srgbClr val="FFA4C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2181112" y="4873521"/>
                <a:ext cx="3586627" cy="1489735"/>
              </a:xfrm>
              <a:custGeom>
                <a:avLst/>
                <a:gdLst/>
                <a:ahLst/>
                <a:cxnLst/>
                <a:rect l="l" t="t" r="r" b="b"/>
                <a:pathLst>
                  <a:path w="3586627" h="1489735">
                    <a:moveTo>
                      <a:pt x="2852384" y="1489537"/>
                    </a:moveTo>
                    <a:lnTo>
                      <a:pt x="733536" y="1489537"/>
                    </a:lnTo>
                    <a:cubicBezTo>
                      <a:pt x="278979" y="1489537"/>
                      <a:pt x="-65832" y="1136007"/>
                      <a:pt x="10504" y="748536"/>
                    </a:cubicBezTo>
                    <a:lnTo>
                      <a:pt x="54096" y="527180"/>
                    </a:lnTo>
                    <a:cubicBezTo>
                      <a:pt x="88437" y="353344"/>
                      <a:pt x="202642" y="206395"/>
                      <a:pt x="360772" y="112089"/>
                    </a:cubicBezTo>
                    <a:cubicBezTo>
                      <a:pt x="487003" y="37783"/>
                      <a:pt x="630984" y="-1011"/>
                      <a:pt x="777461" y="-186"/>
                    </a:cubicBezTo>
                    <a:lnTo>
                      <a:pt x="2809325" y="-186"/>
                    </a:lnTo>
                    <a:cubicBezTo>
                      <a:pt x="2942571" y="-765"/>
                      <a:pt x="3073939" y="31221"/>
                      <a:pt x="3192005" y="92989"/>
                    </a:cubicBezTo>
                    <a:cubicBezTo>
                      <a:pt x="3367438" y="185697"/>
                      <a:pt x="3495486" y="341231"/>
                      <a:pt x="3532024" y="527314"/>
                    </a:cubicBezTo>
                    <a:lnTo>
                      <a:pt x="3575949" y="748669"/>
                    </a:lnTo>
                    <a:cubicBezTo>
                      <a:pt x="3652086" y="1136141"/>
                      <a:pt x="3306875" y="1489537"/>
                      <a:pt x="2852384" y="1489537"/>
                    </a:cubicBezTo>
                    <a:close/>
                  </a:path>
                </a:pathLst>
              </a:custGeom>
              <a:solidFill>
                <a:srgbClr val="FFA4C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2285008" y="5377425"/>
                <a:ext cx="3311035" cy="285121"/>
              </a:xfrm>
              <a:custGeom>
                <a:avLst/>
                <a:gdLst/>
                <a:ahLst/>
                <a:cxnLst/>
                <a:rect l="l" t="t" r="r" b="b"/>
                <a:pathLst>
                  <a:path w="3311034" h="285121">
                    <a:moveTo>
                      <a:pt x="3270997" y="915"/>
                    </a:moveTo>
                    <a:cubicBezTo>
                      <a:pt x="2447996" y="208154"/>
                      <a:pt x="1595092" y="269869"/>
                      <a:pt x="750834" y="183270"/>
                    </a:cubicBezTo>
                    <a:cubicBezTo>
                      <a:pt x="512174" y="158732"/>
                      <a:pt x="275246" y="122194"/>
                      <a:pt x="40047" y="73657"/>
                    </a:cubicBezTo>
                    <a:cubicBezTo>
                      <a:pt x="-284" y="65405"/>
                      <a:pt x="-17521" y="126899"/>
                      <a:pt x="23010" y="135551"/>
                    </a:cubicBezTo>
                    <a:cubicBezTo>
                      <a:pt x="862902" y="307478"/>
                      <a:pt x="1726388" y="331197"/>
                      <a:pt x="2574453" y="205632"/>
                    </a:cubicBezTo>
                    <a:cubicBezTo>
                      <a:pt x="2814576" y="170139"/>
                      <a:pt x="3052457" y="122527"/>
                      <a:pt x="3288101" y="62809"/>
                    </a:cubicBezTo>
                    <a:cubicBezTo>
                      <a:pt x="3328100" y="52693"/>
                      <a:pt x="3311128" y="-9202"/>
                      <a:pt x="3270997" y="915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2331572" y="5802823"/>
                <a:ext cx="300847" cy="433508"/>
              </a:xfrm>
              <a:custGeom>
                <a:avLst/>
                <a:gdLst/>
                <a:ahLst/>
                <a:cxnLst/>
                <a:rect l="l" t="t" r="r" b="b"/>
                <a:pathLst>
                  <a:path w="300847" h="433508">
                    <a:moveTo>
                      <a:pt x="285850" y="372755"/>
                    </a:moveTo>
                    <a:cubicBezTo>
                      <a:pt x="164364" y="293977"/>
                      <a:pt x="82837" y="166541"/>
                      <a:pt x="62232" y="23219"/>
                    </a:cubicBezTo>
                    <a:cubicBezTo>
                      <a:pt x="59770" y="6048"/>
                      <a:pt x="38007" y="-3402"/>
                      <a:pt x="22833" y="790"/>
                    </a:cubicBezTo>
                    <a:cubicBezTo>
                      <a:pt x="4397" y="5849"/>
                      <a:pt x="-2125" y="23019"/>
                      <a:pt x="404" y="40256"/>
                    </a:cubicBezTo>
                    <a:cubicBezTo>
                      <a:pt x="23565" y="198720"/>
                      <a:pt x="118869" y="342141"/>
                      <a:pt x="253306" y="428128"/>
                    </a:cubicBezTo>
                    <a:cubicBezTo>
                      <a:pt x="288313" y="450423"/>
                      <a:pt x="320524" y="394918"/>
                      <a:pt x="285850" y="372755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2593243" y="6028313"/>
                <a:ext cx="135213" cy="139221"/>
              </a:xfrm>
              <a:custGeom>
                <a:avLst/>
                <a:gdLst/>
                <a:ahLst/>
                <a:cxnLst/>
                <a:rect l="l" t="t" r="r" b="b"/>
                <a:pathLst>
                  <a:path w="135213" h="139221">
                    <a:moveTo>
                      <a:pt x="133925" y="98082"/>
                    </a:moveTo>
                    <a:cubicBezTo>
                      <a:pt x="131403" y="90176"/>
                      <a:pt x="126199" y="83401"/>
                      <a:pt x="119217" y="78915"/>
                    </a:cubicBezTo>
                    <a:cubicBezTo>
                      <a:pt x="116222" y="76919"/>
                      <a:pt x="113360" y="74789"/>
                      <a:pt x="110432" y="72659"/>
                    </a:cubicBezTo>
                    <a:cubicBezTo>
                      <a:pt x="96749" y="61725"/>
                      <a:pt x="84317" y="49319"/>
                      <a:pt x="73362" y="35656"/>
                    </a:cubicBezTo>
                    <a:cubicBezTo>
                      <a:pt x="68464" y="29247"/>
                      <a:pt x="63912" y="22585"/>
                      <a:pt x="59719" y="15690"/>
                    </a:cubicBezTo>
                    <a:cubicBezTo>
                      <a:pt x="55400" y="8562"/>
                      <a:pt x="48558" y="3311"/>
                      <a:pt x="40551" y="982"/>
                    </a:cubicBezTo>
                    <a:cubicBezTo>
                      <a:pt x="23481" y="-3764"/>
                      <a:pt x="5798" y="6226"/>
                      <a:pt x="1052" y="23297"/>
                    </a:cubicBezTo>
                    <a:cubicBezTo>
                      <a:pt x="-1270" y="31663"/>
                      <a:pt x="-106" y="40607"/>
                      <a:pt x="4280" y="48101"/>
                    </a:cubicBezTo>
                    <a:cubicBezTo>
                      <a:pt x="25005" y="82729"/>
                      <a:pt x="53197" y="112285"/>
                      <a:pt x="86806" y="134620"/>
                    </a:cubicBezTo>
                    <a:cubicBezTo>
                      <a:pt x="102093" y="143572"/>
                      <a:pt x="121746" y="138440"/>
                      <a:pt x="130698" y="123153"/>
                    </a:cubicBezTo>
                    <a:cubicBezTo>
                      <a:pt x="135083" y="115659"/>
                      <a:pt x="136248" y="106714"/>
                      <a:pt x="133925" y="9834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5329218" y="5100613"/>
                <a:ext cx="61994" cy="64157"/>
              </a:xfrm>
              <a:custGeom>
                <a:avLst/>
                <a:gdLst/>
                <a:ahLst/>
                <a:cxnLst/>
                <a:rect l="l" t="t" r="r" b="b"/>
                <a:pathLst>
                  <a:path w="61994" h="64157">
                    <a:moveTo>
                      <a:pt x="30854" y="-199"/>
                    </a:moveTo>
                    <a:cubicBezTo>
                      <a:pt x="-10409" y="-199"/>
                      <a:pt x="-10475" y="63959"/>
                      <a:pt x="30854" y="63959"/>
                    </a:cubicBezTo>
                    <a:cubicBezTo>
                      <a:pt x="72184" y="63959"/>
                      <a:pt x="72250" y="-199"/>
                      <a:pt x="30854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5452704" y="5192789"/>
                <a:ext cx="67408" cy="67085"/>
              </a:xfrm>
              <a:custGeom>
                <a:avLst/>
                <a:gdLst/>
                <a:ahLst/>
                <a:cxnLst/>
                <a:rect l="l" t="t" r="r" b="b"/>
                <a:pathLst>
                  <a:path w="67408" h="67085">
                    <a:moveTo>
                      <a:pt x="64500" y="19501"/>
                    </a:moveTo>
                    <a:cubicBezTo>
                      <a:pt x="63242" y="15528"/>
                      <a:pt x="60946" y="11968"/>
                      <a:pt x="57845" y="9186"/>
                    </a:cubicBezTo>
                    <a:lnTo>
                      <a:pt x="51189" y="4128"/>
                    </a:lnTo>
                    <a:cubicBezTo>
                      <a:pt x="46278" y="1279"/>
                      <a:pt x="40694" y="-218"/>
                      <a:pt x="35017" y="-198"/>
                    </a:cubicBezTo>
                    <a:lnTo>
                      <a:pt x="26498" y="933"/>
                    </a:lnTo>
                    <a:cubicBezTo>
                      <a:pt x="21134" y="2397"/>
                      <a:pt x="16242" y="5246"/>
                      <a:pt x="12323" y="9186"/>
                    </a:cubicBezTo>
                    <a:lnTo>
                      <a:pt x="9328" y="12181"/>
                    </a:lnTo>
                    <a:cubicBezTo>
                      <a:pt x="6226" y="14963"/>
                      <a:pt x="3930" y="18523"/>
                      <a:pt x="2672" y="22496"/>
                    </a:cubicBezTo>
                    <a:cubicBezTo>
                      <a:pt x="-1048" y="30303"/>
                      <a:pt x="-1048" y="39381"/>
                      <a:pt x="2672" y="47187"/>
                    </a:cubicBezTo>
                    <a:cubicBezTo>
                      <a:pt x="3943" y="51154"/>
                      <a:pt x="6240" y="54708"/>
                      <a:pt x="9328" y="57503"/>
                    </a:cubicBezTo>
                    <a:lnTo>
                      <a:pt x="15983" y="62561"/>
                    </a:lnTo>
                    <a:cubicBezTo>
                      <a:pt x="20894" y="65410"/>
                      <a:pt x="26478" y="66907"/>
                      <a:pt x="32155" y="66887"/>
                    </a:cubicBezTo>
                    <a:lnTo>
                      <a:pt x="40674" y="65756"/>
                    </a:lnTo>
                    <a:cubicBezTo>
                      <a:pt x="46038" y="64292"/>
                      <a:pt x="50930" y="61443"/>
                      <a:pt x="54850" y="57503"/>
                    </a:cubicBezTo>
                    <a:lnTo>
                      <a:pt x="57845" y="54508"/>
                    </a:lnTo>
                    <a:cubicBezTo>
                      <a:pt x="60946" y="51726"/>
                      <a:pt x="63242" y="48166"/>
                      <a:pt x="64500" y="44193"/>
                    </a:cubicBezTo>
                    <a:cubicBezTo>
                      <a:pt x="68220" y="36386"/>
                      <a:pt x="68220" y="27308"/>
                      <a:pt x="64500" y="19501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5287622" y="5246298"/>
                <a:ext cx="61969" cy="64156"/>
              </a:xfrm>
              <a:custGeom>
                <a:avLst/>
                <a:gdLst/>
                <a:ahLst/>
                <a:cxnLst/>
                <a:rect l="l" t="t" r="r" b="b"/>
                <a:pathLst>
                  <a:path w="61969" h="64156">
                    <a:moveTo>
                      <a:pt x="30854" y="-199"/>
                    </a:moveTo>
                    <a:cubicBezTo>
                      <a:pt x="-10409" y="-199"/>
                      <a:pt x="-10475" y="63958"/>
                      <a:pt x="30854" y="63958"/>
                    </a:cubicBezTo>
                    <a:cubicBezTo>
                      <a:pt x="72184" y="63958"/>
                      <a:pt x="72184" y="-199"/>
                      <a:pt x="30854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5329009" y="5822312"/>
                <a:ext cx="253038" cy="341681"/>
              </a:xfrm>
              <a:custGeom>
                <a:avLst/>
                <a:gdLst/>
                <a:ahLst/>
                <a:cxnLst/>
                <a:rect l="l" t="t" r="r" b="b"/>
                <a:pathLst>
                  <a:path w="253038" h="341681">
                    <a:moveTo>
                      <a:pt x="228925" y="1001"/>
                    </a:moveTo>
                    <a:cubicBezTo>
                      <a:pt x="210690" y="-3990"/>
                      <a:pt x="195649" y="7191"/>
                      <a:pt x="189459" y="23430"/>
                    </a:cubicBezTo>
                    <a:cubicBezTo>
                      <a:pt x="149601" y="123446"/>
                      <a:pt x="88252" y="213485"/>
                      <a:pt x="9766" y="287179"/>
                    </a:cubicBezTo>
                    <a:cubicBezTo>
                      <a:pt x="-20316" y="315531"/>
                      <a:pt x="25073" y="360854"/>
                      <a:pt x="55155" y="332502"/>
                    </a:cubicBezTo>
                    <a:cubicBezTo>
                      <a:pt x="141169" y="250908"/>
                      <a:pt x="208134" y="151358"/>
                      <a:pt x="251287" y="40933"/>
                    </a:cubicBezTo>
                    <a:cubicBezTo>
                      <a:pt x="257676" y="24561"/>
                      <a:pt x="244299" y="5460"/>
                      <a:pt x="228925" y="1001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3024038" y="4825683"/>
                <a:ext cx="2037221" cy="64157"/>
              </a:xfrm>
              <a:custGeom>
                <a:avLst/>
                <a:gdLst/>
                <a:ahLst/>
                <a:cxnLst/>
                <a:rect l="l" t="t" r="r" b="b"/>
                <a:pathLst>
                  <a:path w="2037221" h="64157">
                    <a:moveTo>
                      <a:pt x="2006131" y="-199"/>
                    </a:moveTo>
                    <a:lnTo>
                      <a:pt x="30904" y="-199"/>
                    </a:lnTo>
                    <a:cubicBezTo>
                      <a:pt x="-10425" y="-199"/>
                      <a:pt x="-10492" y="63959"/>
                      <a:pt x="30904" y="63959"/>
                    </a:cubicBezTo>
                    <a:lnTo>
                      <a:pt x="2006131" y="63959"/>
                    </a:lnTo>
                    <a:cubicBezTo>
                      <a:pt x="2047394" y="63959"/>
                      <a:pt x="2047461" y="-199"/>
                      <a:pt x="2006131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2200069" y="4853135"/>
                <a:ext cx="633543" cy="615480"/>
              </a:xfrm>
              <a:custGeom>
                <a:avLst/>
                <a:gdLst/>
                <a:ahLst/>
                <a:cxnLst/>
                <a:rect l="l" t="t" r="r" b="b"/>
                <a:pathLst>
                  <a:path w="633543" h="615480">
                    <a:moveTo>
                      <a:pt x="593519" y="834"/>
                    </a:moveTo>
                    <a:cubicBezTo>
                      <a:pt x="306748" y="71307"/>
                      <a:pt x="80302" y="291005"/>
                      <a:pt x="1197" y="575519"/>
                    </a:cubicBezTo>
                    <a:cubicBezTo>
                      <a:pt x="-9851" y="615451"/>
                      <a:pt x="52043" y="632422"/>
                      <a:pt x="63091" y="592557"/>
                    </a:cubicBezTo>
                    <a:cubicBezTo>
                      <a:pt x="135980" y="329772"/>
                      <a:pt x="345409" y="127038"/>
                      <a:pt x="610423" y="62728"/>
                    </a:cubicBezTo>
                    <a:cubicBezTo>
                      <a:pt x="650688" y="52945"/>
                      <a:pt x="633650" y="-8883"/>
                      <a:pt x="593519" y="834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3584398" y="6328250"/>
                <a:ext cx="1548206" cy="64156"/>
              </a:xfrm>
              <a:custGeom>
                <a:avLst/>
                <a:gdLst/>
                <a:ahLst/>
                <a:cxnLst/>
                <a:rect l="l" t="t" r="r" b="b"/>
                <a:pathLst>
                  <a:path w="1548206" h="64156">
                    <a:moveTo>
                      <a:pt x="1517116" y="-199"/>
                    </a:moveTo>
                    <a:lnTo>
                      <a:pt x="30854" y="-199"/>
                    </a:lnTo>
                    <a:cubicBezTo>
                      <a:pt x="-10409" y="-199"/>
                      <a:pt x="-10475" y="63958"/>
                      <a:pt x="30854" y="63958"/>
                    </a:cubicBezTo>
                    <a:lnTo>
                      <a:pt x="1517116" y="63958"/>
                    </a:lnTo>
                    <a:cubicBezTo>
                      <a:pt x="1558379" y="63958"/>
                      <a:pt x="1558446" y="-199"/>
                      <a:pt x="1517116" y="-199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5406088" y="5488298"/>
                <a:ext cx="391954" cy="798518"/>
              </a:xfrm>
              <a:custGeom>
                <a:avLst/>
                <a:gdLst/>
                <a:ahLst/>
                <a:cxnLst/>
                <a:rect l="l" t="t" r="r" b="b"/>
                <a:pathLst>
                  <a:path w="391954" h="798518">
                    <a:moveTo>
                      <a:pt x="354567" y="22948"/>
                    </a:moveTo>
                    <a:cubicBezTo>
                      <a:pt x="346847" y="-17582"/>
                      <a:pt x="285019" y="-412"/>
                      <a:pt x="292740" y="39986"/>
                    </a:cubicBezTo>
                    <a:cubicBezTo>
                      <a:pt x="306050" y="110133"/>
                      <a:pt x="325284" y="181943"/>
                      <a:pt x="327480" y="253488"/>
                    </a:cubicBezTo>
                    <a:cubicBezTo>
                      <a:pt x="328938" y="323036"/>
                      <a:pt x="314176" y="391965"/>
                      <a:pt x="284354" y="454811"/>
                    </a:cubicBezTo>
                    <a:cubicBezTo>
                      <a:pt x="227784" y="576070"/>
                      <a:pt x="126956" y="667781"/>
                      <a:pt x="14947" y="737861"/>
                    </a:cubicBezTo>
                    <a:cubicBezTo>
                      <a:pt x="-19993" y="759690"/>
                      <a:pt x="12152" y="815196"/>
                      <a:pt x="47358" y="793299"/>
                    </a:cubicBezTo>
                    <a:cubicBezTo>
                      <a:pt x="171879" y="715699"/>
                      <a:pt x="284421" y="611810"/>
                      <a:pt x="344917" y="475775"/>
                    </a:cubicBezTo>
                    <a:cubicBezTo>
                      <a:pt x="375112" y="409874"/>
                      <a:pt x="391098" y="338357"/>
                      <a:pt x="391837" y="265867"/>
                    </a:cubicBezTo>
                    <a:cubicBezTo>
                      <a:pt x="391770" y="184473"/>
                      <a:pt x="369808" y="102612"/>
                      <a:pt x="354567" y="22948"/>
                    </a:cubicBezTo>
                    <a:close/>
                  </a:path>
                </a:pathLst>
              </a:custGeom>
              <a:solidFill>
                <a:srgbClr val="FF80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2238211" y="4156251"/>
                <a:ext cx="1619302" cy="1251122"/>
              </a:xfrm>
              <a:custGeom>
                <a:avLst/>
                <a:gdLst/>
                <a:ahLst/>
                <a:cxnLst/>
                <a:rect l="l" t="t" r="r" b="b"/>
                <a:pathLst>
                  <a:path w="1619302" h="1251122">
                    <a:moveTo>
                      <a:pt x="1563456" y="1089848"/>
                    </a:moveTo>
                    <a:cubicBezTo>
                      <a:pt x="1508350" y="1169113"/>
                      <a:pt x="1413977" y="1227813"/>
                      <a:pt x="1314880" y="1221690"/>
                    </a:cubicBezTo>
                    <a:cubicBezTo>
                      <a:pt x="1245352" y="1217677"/>
                      <a:pt x="1181288" y="1182696"/>
                      <a:pt x="1140311" y="1126386"/>
                    </a:cubicBezTo>
                    <a:cubicBezTo>
                      <a:pt x="1076154" y="1209843"/>
                      <a:pt x="970668" y="1260823"/>
                      <a:pt x="864449" y="1249309"/>
                    </a:cubicBezTo>
                    <a:cubicBezTo>
                      <a:pt x="757032" y="1237396"/>
                      <a:pt x="664324" y="1167449"/>
                      <a:pt x="618203" y="1071879"/>
                    </a:cubicBezTo>
                    <a:cubicBezTo>
                      <a:pt x="533215" y="1136369"/>
                      <a:pt x="417080" y="1135703"/>
                      <a:pt x="315387" y="1108483"/>
                    </a:cubicBezTo>
                    <a:cubicBezTo>
                      <a:pt x="212096" y="1081196"/>
                      <a:pt x="106610" y="1031148"/>
                      <a:pt x="44383" y="941035"/>
                    </a:cubicBezTo>
                    <a:cubicBezTo>
                      <a:pt x="-17845" y="850923"/>
                      <a:pt x="-13385" y="726735"/>
                      <a:pt x="48842" y="637221"/>
                    </a:cubicBezTo>
                    <a:cubicBezTo>
                      <a:pt x="97292" y="567939"/>
                      <a:pt x="173629" y="525944"/>
                      <a:pt x="255156" y="514031"/>
                    </a:cubicBezTo>
                    <a:cubicBezTo>
                      <a:pt x="172098" y="409810"/>
                      <a:pt x="195857" y="246222"/>
                      <a:pt x="303939" y="156708"/>
                    </a:cubicBezTo>
                    <a:cubicBezTo>
                      <a:pt x="437045" y="46696"/>
                      <a:pt x="643959" y="69457"/>
                      <a:pt x="768746" y="182065"/>
                    </a:cubicBezTo>
                    <a:cubicBezTo>
                      <a:pt x="806947" y="100537"/>
                      <a:pt x="882285" y="40906"/>
                      <a:pt x="969536" y="14285"/>
                    </a:cubicBezTo>
                    <a:cubicBezTo>
                      <a:pt x="1079881" y="-19391"/>
                      <a:pt x="1197946" y="7629"/>
                      <a:pt x="1289989" y="74915"/>
                    </a:cubicBezTo>
                    <a:cubicBezTo>
                      <a:pt x="1451979" y="192314"/>
                      <a:pt x="1573571" y="461787"/>
                      <a:pt x="1446588" y="640615"/>
                    </a:cubicBezTo>
                    <a:cubicBezTo>
                      <a:pt x="1620558" y="707168"/>
                      <a:pt x="1669607" y="937176"/>
                      <a:pt x="1563456" y="1089848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2598839" y="3685097"/>
                <a:ext cx="496352" cy="496352"/>
              </a:xfrm>
              <a:custGeom>
                <a:avLst/>
                <a:gdLst/>
                <a:ahLst/>
                <a:cxnLst/>
                <a:rect l="l" t="t" r="r" b="b"/>
                <a:pathLst>
                  <a:path w="496352" h="496352">
                    <a:moveTo>
                      <a:pt x="496352" y="248176"/>
                    </a:moveTo>
                    <a:cubicBezTo>
                      <a:pt x="496352" y="385240"/>
                      <a:pt x="385240" y="496352"/>
                      <a:pt x="248176" y="496352"/>
                    </a:cubicBezTo>
                    <a:cubicBezTo>
                      <a:pt x="111112" y="496352"/>
                      <a:pt x="0" y="385240"/>
                      <a:pt x="0" y="248176"/>
                    </a:cubicBezTo>
                    <a:cubicBezTo>
                      <a:pt x="0" y="111112"/>
                      <a:pt x="111112" y="0"/>
                      <a:pt x="248176" y="0"/>
                    </a:cubicBezTo>
                    <a:cubicBezTo>
                      <a:pt x="385240" y="0"/>
                      <a:pt x="496352" y="111112"/>
                      <a:pt x="496352" y="248176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3231958" y="3732682"/>
                <a:ext cx="323980" cy="323980"/>
              </a:xfrm>
              <a:custGeom>
                <a:avLst/>
                <a:gdLst/>
                <a:ahLst/>
                <a:cxnLst/>
                <a:rect l="l" t="t" r="r" b="b"/>
                <a:pathLst>
                  <a:path w="323980" h="323980">
                    <a:moveTo>
                      <a:pt x="323980" y="161990"/>
                    </a:moveTo>
                    <a:cubicBezTo>
                      <a:pt x="323980" y="251455"/>
                      <a:pt x="251455" y="323980"/>
                      <a:pt x="161990" y="323980"/>
                    </a:cubicBezTo>
                    <a:cubicBezTo>
                      <a:pt x="72526" y="323980"/>
                      <a:pt x="0" y="251455"/>
                      <a:pt x="0" y="161990"/>
                    </a:cubicBezTo>
                    <a:cubicBezTo>
                      <a:pt x="0" y="72526"/>
                      <a:pt x="72526" y="0"/>
                      <a:pt x="161990" y="0"/>
                    </a:cubicBezTo>
                    <a:cubicBezTo>
                      <a:pt x="251455" y="0"/>
                      <a:pt x="323980" y="72526"/>
                      <a:pt x="323980" y="161990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7" name="AutoShape 57"/>
              <p:cNvSpPr/>
              <p:nvPr/>
            </p:nvSpPr>
            <p:spPr>
              <a:xfrm>
                <a:off x="3000087" y="3378953"/>
                <a:ext cx="297225" cy="297225"/>
              </a:xfrm>
              <a:custGeom>
                <a:avLst/>
                <a:gdLst/>
                <a:ahLst/>
                <a:cxnLst/>
                <a:rect l="l" t="t" r="r" b="b"/>
                <a:pathLst>
                  <a:path w="297225" h="297225">
                    <a:moveTo>
                      <a:pt x="297226" y="148613"/>
                    </a:moveTo>
                    <a:cubicBezTo>
                      <a:pt x="297226" y="230690"/>
                      <a:pt x="230690" y="297226"/>
                      <a:pt x="148613" y="297226"/>
                    </a:cubicBezTo>
                    <a:cubicBezTo>
                      <a:pt x="66536" y="297226"/>
                      <a:pt x="0" y="230690"/>
                      <a:pt x="0" y="148613"/>
                    </a:cubicBezTo>
                    <a:cubicBezTo>
                      <a:pt x="0" y="66536"/>
                      <a:pt x="66536" y="0"/>
                      <a:pt x="148613" y="0"/>
                    </a:cubicBezTo>
                    <a:cubicBezTo>
                      <a:pt x="230690" y="0"/>
                      <a:pt x="297226" y="66536"/>
                      <a:pt x="297226" y="148613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8" name="AutoShape 58"/>
              <p:cNvSpPr/>
              <p:nvPr/>
            </p:nvSpPr>
            <p:spPr>
              <a:xfrm>
                <a:off x="3808573" y="4410392"/>
                <a:ext cx="222952" cy="222952"/>
              </a:xfrm>
              <a:custGeom>
                <a:avLst/>
                <a:gdLst/>
                <a:ahLst/>
                <a:cxnLst/>
                <a:rect l="l" t="t" r="r" b="b"/>
                <a:pathLst>
                  <a:path w="222951" h="222951">
                    <a:moveTo>
                      <a:pt x="222953" y="111476"/>
                    </a:moveTo>
                    <a:cubicBezTo>
                      <a:pt x="222953" y="173043"/>
                      <a:pt x="173043" y="222953"/>
                      <a:pt x="111477" y="222953"/>
                    </a:cubicBezTo>
                    <a:cubicBezTo>
                      <a:pt x="49910" y="222953"/>
                      <a:pt x="0" y="173043"/>
                      <a:pt x="0" y="111476"/>
                    </a:cubicBezTo>
                    <a:cubicBezTo>
                      <a:pt x="0" y="49909"/>
                      <a:pt x="49910" y="0"/>
                      <a:pt x="111477" y="0"/>
                    </a:cubicBezTo>
                    <a:cubicBezTo>
                      <a:pt x="173043" y="0"/>
                      <a:pt x="222953" y="49909"/>
                      <a:pt x="222953" y="111476"/>
                    </a:cubicBezTo>
                    <a:close/>
                  </a:path>
                </a:pathLst>
              </a:custGeom>
              <a:solidFill>
                <a:srgbClr val="DCF6FF">
                  <a:alpha val="8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2660431" y="3742100"/>
                <a:ext cx="145812" cy="315251"/>
              </a:xfrm>
              <a:custGeom>
                <a:avLst/>
                <a:gdLst/>
                <a:ahLst/>
                <a:cxnLst/>
                <a:rect l="l" t="t" r="r" b="b"/>
                <a:pathLst>
                  <a:path w="145812" h="315251">
                    <a:moveTo>
                      <a:pt x="144538" y="23262"/>
                    </a:moveTo>
                    <a:cubicBezTo>
                      <a:pt x="139567" y="6377"/>
                      <a:pt x="122123" y="-3540"/>
                      <a:pt x="105072" y="833"/>
                    </a:cubicBezTo>
                    <a:cubicBezTo>
                      <a:pt x="74058" y="8221"/>
                      <a:pt x="58485" y="38502"/>
                      <a:pt x="43910" y="63925"/>
                    </a:cubicBezTo>
                    <a:cubicBezTo>
                      <a:pt x="28523" y="89428"/>
                      <a:pt x="16324" y="116715"/>
                      <a:pt x="7572" y="145186"/>
                    </a:cubicBezTo>
                    <a:cubicBezTo>
                      <a:pt x="-8068" y="200692"/>
                      <a:pt x="-880" y="262320"/>
                      <a:pt x="38652" y="306112"/>
                    </a:cubicBezTo>
                    <a:cubicBezTo>
                      <a:pt x="51430" y="318384"/>
                      <a:pt x="71736" y="317972"/>
                      <a:pt x="84008" y="305194"/>
                    </a:cubicBezTo>
                    <a:cubicBezTo>
                      <a:pt x="95914" y="292788"/>
                      <a:pt x="95928" y="273208"/>
                      <a:pt x="84041" y="260789"/>
                    </a:cubicBezTo>
                    <a:cubicBezTo>
                      <a:pt x="60615" y="234833"/>
                      <a:pt x="60016" y="195634"/>
                      <a:pt x="69466" y="162224"/>
                    </a:cubicBezTo>
                    <a:cubicBezTo>
                      <a:pt x="75662" y="141866"/>
                      <a:pt x="84221" y="122299"/>
                      <a:pt x="94956" y="103924"/>
                    </a:cubicBezTo>
                    <a:cubicBezTo>
                      <a:pt x="100613" y="93741"/>
                      <a:pt x="106603" y="83958"/>
                      <a:pt x="112792" y="73708"/>
                    </a:cubicBezTo>
                    <a:cubicBezTo>
                      <a:pt x="114057" y="71579"/>
                      <a:pt x="115388" y="69516"/>
                      <a:pt x="116719" y="67519"/>
                    </a:cubicBezTo>
                    <a:cubicBezTo>
                      <a:pt x="118849" y="64125"/>
                      <a:pt x="119448" y="63393"/>
                      <a:pt x="118449" y="65190"/>
                    </a:cubicBezTo>
                    <a:cubicBezTo>
                      <a:pt x="119241" y="64524"/>
                      <a:pt x="120000" y="63812"/>
                      <a:pt x="120712" y="63060"/>
                    </a:cubicBezTo>
                    <a:lnTo>
                      <a:pt x="122110" y="63060"/>
                    </a:lnTo>
                    <a:cubicBezTo>
                      <a:pt x="139227" y="58182"/>
                      <a:pt x="149230" y="40432"/>
                      <a:pt x="144538" y="2326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0" name="AutoShape 60"/>
              <p:cNvSpPr/>
              <p:nvPr/>
            </p:nvSpPr>
            <p:spPr>
              <a:xfrm>
                <a:off x="2507131" y="4317949"/>
                <a:ext cx="380907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380907" h="219620">
                    <a:moveTo>
                      <a:pt x="365522" y="39001"/>
                    </a:moveTo>
                    <a:cubicBezTo>
                      <a:pt x="297904" y="-2262"/>
                      <a:pt x="217575" y="-14241"/>
                      <a:pt x="144167" y="19035"/>
                    </a:cubicBezTo>
                    <a:cubicBezTo>
                      <a:pt x="112115" y="34349"/>
                      <a:pt x="83131" y="55393"/>
                      <a:pt x="58646" y="81129"/>
                    </a:cubicBezTo>
                    <a:cubicBezTo>
                      <a:pt x="31492" y="108616"/>
                      <a:pt x="6335" y="139696"/>
                      <a:pt x="412" y="178962"/>
                    </a:cubicBezTo>
                    <a:cubicBezTo>
                      <a:pt x="-2183" y="196067"/>
                      <a:pt x="4672" y="213437"/>
                      <a:pt x="22774" y="218428"/>
                    </a:cubicBezTo>
                    <a:cubicBezTo>
                      <a:pt x="37948" y="222621"/>
                      <a:pt x="59644" y="213237"/>
                      <a:pt x="62240" y="196000"/>
                    </a:cubicBezTo>
                    <a:cubicBezTo>
                      <a:pt x="66632" y="166916"/>
                      <a:pt x="83870" y="146884"/>
                      <a:pt x="103969" y="126519"/>
                    </a:cubicBezTo>
                    <a:cubicBezTo>
                      <a:pt x="123522" y="105934"/>
                      <a:pt x="146569" y="88990"/>
                      <a:pt x="172052" y="76471"/>
                    </a:cubicBezTo>
                    <a:cubicBezTo>
                      <a:pt x="225295" y="51380"/>
                      <a:pt x="284594" y="65024"/>
                      <a:pt x="333111" y="94640"/>
                    </a:cubicBezTo>
                    <a:cubicBezTo>
                      <a:pt x="368450" y="116003"/>
                      <a:pt x="400862" y="60498"/>
                      <a:pt x="365522" y="3900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1" name="AutoShape 61"/>
              <p:cNvSpPr/>
              <p:nvPr/>
            </p:nvSpPr>
            <p:spPr>
              <a:xfrm>
                <a:off x="3134171" y="4245515"/>
                <a:ext cx="381942" cy="154602"/>
              </a:xfrm>
              <a:custGeom>
                <a:avLst/>
                <a:gdLst/>
                <a:ahLst/>
                <a:cxnLst/>
                <a:rect l="l" t="t" r="r" b="b"/>
                <a:pathLst>
                  <a:path w="381942" h="154602">
                    <a:moveTo>
                      <a:pt x="371735" y="68908"/>
                    </a:moveTo>
                    <a:cubicBezTo>
                      <a:pt x="318233" y="19998"/>
                      <a:pt x="246968" y="-4746"/>
                      <a:pt x="174671" y="492"/>
                    </a:cubicBezTo>
                    <a:cubicBezTo>
                      <a:pt x="105855" y="5949"/>
                      <a:pt x="18804" y="39891"/>
                      <a:pt x="901" y="114497"/>
                    </a:cubicBezTo>
                    <a:cubicBezTo>
                      <a:pt x="-8749" y="154429"/>
                      <a:pt x="53079" y="171732"/>
                      <a:pt x="62729" y="131535"/>
                    </a:cubicBezTo>
                    <a:cubicBezTo>
                      <a:pt x="74176" y="83883"/>
                      <a:pt x="141528" y="65780"/>
                      <a:pt x="183922" y="64116"/>
                    </a:cubicBezTo>
                    <a:cubicBezTo>
                      <a:pt x="236139" y="61428"/>
                      <a:pt x="287319" y="79437"/>
                      <a:pt x="326345" y="114231"/>
                    </a:cubicBezTo>
                    <a:cubicBezTo>
                      <a:pt x="356760" y="142117"/>
                      <a:pt x="402216" y="96860"/>
                      <a:pt x="371735" y="6890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2" name="AutoShape 62"/>
              <p:cNvSpPr/>
              <p:nvPr/>
            </p:nvSpPr>
            <p:spPr>
              <a:xfrm>
                <a:off x="2352823" y="4806652"/>
                <a:ext cx="244072" cy="355703"/>
              </a:xfrm>
              <a:custGeom>
                <a:avLst/>
                <a:gdLst/>
                <a:ahLst/>
                <a:cxnLst/>
                <a:rect l="l" t="t" r="r" b="b"/>
                <a:pathLst>
                  <a:path w="244072" h="355703">
                    <a:moveTo>
                      <a:pt x="220541" y="292165"/>
                    </a:moveTo>
                    <a:cubicBezTo>
                      <a:pt x="168230" y="273085"/>
                      <a:pt x="123966" y="236773"/>
                      <a:pt x="95022" y="189208"/>
                    </a:cubicBezTo>
                    <a:cubicBezTo>
                      <a:pt x="80407" y="166367"/>
                      <a:pt x="70390" y="140884"/>
                      <a:pt x="65539" y="114203"/>
                    </a:cubicBezTo>
                    <a:cubicBezTo>
                      <a:pt x="61945" y="91641"/>
                      <a:pt x="64141" y="69080"/>
                      <a:pt x="81245" y="54305"/>
                    </a:cubicBezTo>
                    <a:cubicBezTo>
                      <a:pt x="94556" y="42924"/>
                      <a:pt x="92892" y="20629"/>
                      <a:pt x="81245" y="8916"/>
                    </a:cubicBezTo>
                    <a:cubicBezTo>
                      <a:pt x="68554" y="-3237"/>
                      <a:pt x="48548" y="-3237"/>
                      <a:pt x="35856" y="8916"/>
                    </a:cubicBezTo>
                    <a:cubicBezTo>
                      <a:pt x="-24042" y="61027"/>
                      <a:pt x="1648" y="155332"/>
                      <a:pt x="35257" y="214298"/>
                    </a:cubicBezTo>
                    <a:cubicBezTo>
                      <a:pt x="72766" y="279527"/>
                      <a:pt x="132445" y="329122"/>
                      <a:pt x="203437" y="354060"/>
                    </a:cubicBezTo>
                    <a:cubicBezTo>
                      <a:pt x="219809" y="359850"/>
                      <a:pt x="238577" y="347404"/>
                      <a:pt x="242902" y="331698"/>
                    </a:cubicBezTo>
                    <a:cubicBezTo>
                      <a:pt x="247322" y="314647"/>
                      <a:pt x="237432" y="297163"/>
                      <a:pt x="220541" y="29216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3" name="AutoShape 63"/>
              <p:cNvSpPr/>
              <p:nvPr/>
            </p:nvSpPr>
            <p:spPr>
              <a:xfrm>
                <a:off x="2928536" y="5160404"/>
                <a:ext cx="293368" cy="166194"/>
              </a:xfrm>
              <a:custGeom>
                <a:avLst/>
                <a:gdLst/>
                <a:ahLst/>
                <a:cxnLst/>
                <a:rect l="l" t="t" r="r" b="b"/>
                <a:pathLst>
                  <a:path w="293368" h="166194">
                    <a:moveTo>
                      <a:pt x="292256" y="114712"/>
                    </a:moveTo>
                    <a:cubicBezTo>
                      <a:pt x="287930" y="98872"/>
                      <a:pt x="269229" y="86493"/>
                      <a:pt x="252790" y="92284"/>
                    </a:cubicBezTo>
                    <a:cubicBezTo>
                      <a:pt x="233104" y="99718"/>
                      <a:pt x="212119" y="103092"/>
                      <a:pt x="191095" y="102200"/>
                    </a:cubicBezTo>
                    <a:cubicBezTo>
                      <a:pt x="181372" y="101974"/>
                      <a:pt x="171709" y="100656"/>
                      <a:pt x="162278" y="98273"/>
                    </a:cubicBezTo>
                    <a:cubicBezTo>
                      <a:pt x="157153" y="97009"/>
                      <a:pt x="152029" y="95545"/>
                      <a:pt x="147037" y="93881"/>
                    </a:cubicBezTo>
                    <a:cubicBezTo>
                      <a:pt x="143230" y="92683"/>
                      <a:pt x="139497" y="91259"/>
                      <a:pt x="135856" y="89621"/>
                    </a:cubicBezTo>
                    <a:cubicBezTo>
                      <a:pt x="102666" y="74534"/>
                      <a:pt x="75739" y="48399"/>
                      <a:pt x="59653" y="15681"/>
                    </a:cubicBezTo>
                    <a:cubicBezTo>
                      <a:pt x="50702" y="394"/>
                      <a:pt x="31055" y="-4751"/>
                      <a:pt x="15762" y="4201"/>
                    </a:cubicBezTo>
                    <a:cubicBezTo>
                      <a:pt x="474" y="13152"/>
                      <a:pt x="-4670" y="32805"/>
                      <a:pt x="4281" y="48092"/>
                    </a:cubicBezTo>
                    <a:cubicBezTo>
                      <a:pt x="54502" y="144162"/>
                      <a:pt x="167309" y="189211"/>
                      <a:pt x="269894" y="154178"/>
                    </a:cubicBezTo>
                    <a:cubicBezTo>
                      <a:pt x="286686" y="149093"/>
                      <a:pt x="296522" y="131730"/>
                      <a:pt x="292256" y="11471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3931" y="1089026"/>
            <a:ext cx="5112996" cy="213517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2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幼儿健康教育：培养良好卫生习惯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323931" y="3429000"/>
            <a:ext cx="5112996" cy="586000"/>
          </a:xfrm>
          <a:prstGeom prst="roundRect">
            <a:avLst>
              <a:gd name="adj" fmla="val 0"/>
            </a:avLst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关注幼儿健康，从正确洗手开始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323931" y="4303240"/>
            <a:ext cx="5112996" cy="364339"/>
          </a:xfrm>
          <a:prstGeom prst="round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1100"/>
              <a:t>纪泽慧</a:t>
            </a:r>
            <a:endParaRPr lang="zh-CN" alt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323930" y="4779161"/>
            <a:ext cx="5112996" cy="364340"/>
          </a:xfrm>
          <a:prstGeom prst="round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100"/>
              <a:t>2026.6.2</a:t>
            </a:r>
            <a:endParaRPr lang="en-US" sz="110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c54be22-35f3-49f3-8333-bfb7a3e73c81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946900" y="0"/>
                <a:ext cx="5245100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5245100" h="6858000">
                    <a:moveTo>
                      <a:pt x="0" y="0"/>
                    </a:moveTo>
                    <a:lnTo>
                      <a:pt x="5245100" y="0"/>
                    </a:lnTo>
                    <a:lnTo>
                      <a:pt x="52451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2889C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10728558" y="0"/>
                <a:ext cx="1463442" cy="1663626"/>
              </a:xfrm>
              <a:custGeom>
                <a:avLst/>
                <a:gdLst/>
                <a:ahLst/>
                <a:cxnLst/>
                <a:rect l="l" t="t" r="r" b="b"/>
                <a:pathLst>
                  <a:path w="1463442" h="1663626">
                    <a:moveTo>
                      <a:pt x="4008" y="0"/>
                    </a:moveTo>
                    <a:lnTo>
                      <a:pt x="1463442" y="0"/>
                    </a:lnTo>
                    <a:lnTo>
                      <a:pt x="1463442" y="1663626"/>
                    </a:lnTo>
                    <a:lnTo>
                      <a:pt x="1428038" y="1661839"/>
                    </a:lnTo>
                    <a:cubicBezTo>
                      <a:pt x="625930" y="1580380"/>
                      <a:pt x="0" y="902976"/>
                      <a:pt x="0" y="79376"/>
                    </a:cubicBezTo>
                    <a:close/>
                  </a:path>
                </a:pathLst>
              </a:custGeom>
              <a:solidFill>
                <a:srgbClr val="18C7B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7683500" y="806450"/>
                <a:ext cx="3835400" cy="5327650"/>
              </a:xfrm>
              <a:prstGeom prst="rect">
                <a:avLst/>
              </a:prstGeom>
              <a:blipFill rotWithShape="1">
                <a:blip r:embed="rId1">
                  <a:alphaModFix amt="100000"/>
                  <a:alphaModFix amt="100000"/>
                </a:blip>
                <a:stretch>
                  <a:fillRect l="-54181" r="-54181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0" y="0"/>
                <a:ext cx="259976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536338" h="6858000">
                    <a:moveTo>
                      <a:pt x="0" y="0"/>
                    </a:moveTo>
                    <a:lnTo>
                      <a:pt x="536338" y="0"/>
                    </a:lnTo>
                    <a:lnTo>
                      <a:pt x="536338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8" name="Group 8"/>
            <p:cNvGrpSpPr/>
            <p:nvPr/>
          </p:nvGrpSpPr>
          <p:grpSpPr>
            <a:xfrm rot="0">
              <a:off x="735741" y="2050172"/>
              <a:ext cx="5707565" cy="1041626"/>
              <a:chOff x="2682719" y="2518812"/>
              <a:chExt cx="5707565" cy="104162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3145185" y="2518812"/>
                <a:ext cx="5245099" cy="104162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6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为何洗手习惯至关重要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682719" y="2808392"/>
                <a:ext cx="462466" cy="462466"/>
              </a:xfrm>
              <a:prstGeom prst="ellipse">
                <a:avLst/>
              </a:pr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sp>
          <p:nvSpPr>
            <p:cNvPr id="11" name="AutoShape 11"/>
            <p:cNvSpPr/>
            <p:nvPr/>
          </p:nvSpPr>
          <p:spPr>
            <a:xfrm>
              <a:off x="660400" y="1224280"/>
              <a:ext cx="6286500" cy="712470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12" name="Group 12"/>
            <p:cNvGrpSpPr/>
            <p:nvPr/>
          </p:nvGrpSpPr>
          <p:grpSpPr>
            <a:xfrm rot="0">
              <a:off x="735741" y="3571323"/>
              <a:ext cx="5707565" cy="1041626"/>
              <a:chOff x="2696633" y="2518812"/>
              <a:chExt cx="5707565" cy="104162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3159099" y="2518812"/>
                <a:ext cx="5245099" cy="104162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6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实施有效的洗手教育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735741" y="5092474"/>
              <a:ext cx="5707565" cy="1041626"/>
              <a:chOff x="2696633" y="2518812"/>
              <a:chExt cx="5707565" cy="104162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3159099" y="2518812"/>
                <a:ext cx="5245099" cy="104162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6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评估与持续改善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696633" y="2808392"/>
                <a:ext cx="462466" cy="462466"/>
              </a:xfrm>
              <a:prstGeom prst="ellipse">
                <a:avLst/>
              </a:pr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578220"/>
            <a:ext cx="5524500" cy="8833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为何洗手习惯至关重要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2473389"/>
            <a:ext cx="5524500" cy="22069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揭示洗手在幼儿健康管理中的关键角色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d1a2ea0-9208-4991-b043-55701eb40496"/>
          <p:cNvGrpSpPr/>
          <p:nvPr/>
        </p:nvGrpSpPr>
        <p:grpSpPr>
          <a:xfrm rot="0">
            <a:off x="0" y="1130303"/>
            <a:ext cx="12192000" cy="4999034"/>
            <a:chOff x="0" y="1130303"/>
            <a:chExt cx="12192000" cy="4999034"/>
          </a:xfrm>
        </p:grpSpPr>
        <p:sp>
          <p:nvSpPr>
            <p:cNvPr id="3" name="AutoShape 3"/>
            <p:cNvSpPr/>
            <p:nvPr/>
          </p:nvSpPr>
          <p:spPr>
            <a:xfrm>
              <a:off x="0" y="2738120"/>
              <a:ext cx="12192000" cy="0"/>
            </a:xfrm>
            <a:prstGeom prst="line">
              <a:avLst/>
            </a:prstGeom>
            <a:ln w="6350">
              <a:solidFill>
                <a:srgbClr val="ADC82B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399" y="1130303"/>
              <a:ext cx="10858500" cy="59300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手是病菌传播的主要途径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660399" y="2381498"/>
              <a:ext cx="1934633" cy="3747839"/>
              <a:chOff x="660399" y="2381498"/>
              <a:chExt cx="1934633" cy="3747839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399" y="3362960"/>
                <a:ext cx="1934633" cy="7804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幼儿免疫系统较弱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399" y="4143376"/>
                <a:ext cx="1934633" cy="198596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幼儿园年龄段的免疫系统尚未完全发育，易受细菌和病毒的侵袭，需加强防护。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41680" y="2381498"/>
                <a:ext cx="706120" cy="693806"/>
              </a:xfrm>
              <a:prstGeom prst="roundRect">
                <a:avLst/>
              </a:prstGeom>
              <a:solidFill>
                <a:srgbClr val="15A5E5">
                  <a:alpha val="100000"/>
                </a:srgbClr>
              </a:solidFill>
              <a:ln w="9525">
                <a:solidFill>
                  <a:srgbClr val="15A5E5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2891366" y="2381498"/>
              <a:ext cx="1934633" cy="3747839"/>
              <a:chOff x="3446779" y="2381498"/>
              <a:chExt cx="1934633" cy="374783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446779" y="3362960"/>
                <a:ext cx="1934633" cy="7804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手部容易沾染病菌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46779" y="4143376"/>
                <a:ext cx="1934633" cy="198596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孩子们在日常活动中，频繁用手触摸各类物品，易沾染潜在病菌，增加感染风险。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528060" y="2381498"/>
                <a:ext cx="706120" cy="693806"/>
              </a:xfrm>
              <a:prstGeom prst="roundRect">
                <a:avLst/>
              </a:prstGeom>
              <a:solidFill>
                <a:srgbClr val="FF8AB4">
                  <a:alpha val="100000"/>
                </a:srgbClr>
              </a:solidFill>
              <a:ln w="9525">
                <a:solidFill>
                  <a:srgbClr val="15A5E5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5122333" y="2381498"/>
              <a:ext cx="1934633" cy="3747839"/>
              <a:chOff x="6233159" y="2381498"/>
              <a:chExt cx="1934633" cy="3747839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233159" y="3362960"/>
                <a:ext cx="1934633" cy="7804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洗手有效减少疾病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33159" y="4143376"/>
                <a:ext cx="1934633" cy="198596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世界卫生组织指出，正确洗手能减少约50%的常见传染病感染机会。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314440" y="2381498"/>
                <a:ext cx="706120" cy="693806"/>
              </a:xfrm>
              <a:prstGeom prst="roundRect">
                <a:avLst/>
              </a:prstGeom>
              <a:solidFill>
                <a:srgbClr val="15A5E5">
                  <a:alpha val="100000"/>
                </a:srgbClr>
              </a:solidFill>
              <a:ln w="9525">
                <a:solidFill>
                  <a:srgbClr val="15A5E5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0">
              <a:off x="7353300" y="2381498"/>
              <a:ext cx="1934633" cy="3747839"/>
              <a:chOff x="9019539" y="2381498"/>
              <a:chExt cx="1934633" cy="374783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9019539" y="3362960"/>
                <a:ext cx="1934633" cy="7804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培养终身卫生意识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019539" y="4143376"/>
                <a:ext cx="1934633" cy="198596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从小培养良好的洗手习惯，有助于幼儿在成长过程中形成终身受益的卫生意识。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100820" y="2381498"/>
                <a:ext cx="706120" cy="693806"/>
              </a:xfrm>
              <a:prstGeom prst="roundRect">
                <a:avLst/>
              </a:prstGeom>
              <a:solidFill>
                <a:srgbClr val="FF8AB4">
                  <a:alpha val="100000"/>
                </a:srgbClr>
              </a:solidFill>
              <a:ln w="9525">
                <a:solidFill>
                  <a:srgbClr val="15A5E5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9584267" y="2381498"/>
              <a:ext cx="1934633" cy="3747839"/>
              <a:chOff x="6233159" y="2381498"/>
              <a:chExt cx="1934633" cy="374783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233159" y="3362960"/>
                <a:ext cx="1934633" cy="78041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家庭与学校的共同责任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33159" y="4143376"/>
                <a:ext cx="1934633" cy="198596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家长和教师应共同示范和引导，确保幼儿在不同环境中都能坚持正确洗手。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14440" y="2381498"/>
                <a:ext cx="706120" cy="693806"/>
              </a:xfrm>
              <a:prstGeom prst="roundRect">
                <a:avLst/>
              </a:prstGeom>
              <a:solidFill>
                <a:srgbClr val="15A5E5">
                  <a:alpha val="100000"/>
                </a:srgbClr>
              </a:solidFill>
              <a:ln w="9525">
                <a:solidFill>
                  <a:srgbClr val="15A5E5">
                    <a:alpha val="100000"/>
                    <a:shade val="15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卫生习惯的基础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d1269ff-9d2f-4173-af1f-ce7f7b9b0854"/>
          <p:cNvGrpSpPr/>
          <p:nvPr/>
        </p:nvGrpSpPr>
        <p:grpSpPr>
          <a:xfrm rot="0">
            <a:off x="660400" y="1130300"/>
            <a:ext cx="10864850" cy="5003800"/>
            <a:chOff x="660400" y="1130300"/>
            <a:chExt cx="1086485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6750" y="1130300"/>
              <a:ext cx="10858500" cy="52531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幼儿在群体环境中更易传播疾病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1751317"/>
              <a:ext cx="3459801" cy="2134883"/>
              <a:chOff x="660400" y="1751317"/>
              <a:chExt cx="3459801" cy="213488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1751317"/>
                <a:ext cx="3459801" cy="2134883"/>
              </a:xfrm>
              <a:custGeom>
                <a:avLst/>
                <a:gdLst/>
                <a:ahLst/>
                <a:cxnLst/>
                <a:rect l="l" t="t" r="r" b="b"/>
                <a:pathLst>
                  <a:path w="3459801" h="2134883">
                    <a:moveTo>
                      <a:pt x="2867556" y="0"/>
                    </a:moveTo>
                    <a:cubicBezTo>
                      <a:pt x="2919579" y="0"/>
                      <a:pt x="2962982" y="36544"/>
                      <a:pt x="2973020" y="85124"/>
                    </a:cubicBezTo>
                    <a:lnTo>
                      <a:pt x="2973710" y="91902"/>
                    </a:lnTo>
                    <a:lnTo>
                      <a:pt x="2991802" y="85878"/>
                    </a:lnTo>
                    <a:cubicBezTo>
                      <a:pt x="3014816" y="79367"/>
                      <a:pt x="3039286" y="75859"/>
                      <a:pt x="3064656" y="75859"/>
                    </a:cubicBezTo>
                    <a:cubicBezTo>
                      <a:pt x="3090025" y="75859"/>
                      <a:pt x="3114495" y="79367"/>
                      <a:pt x="3137509" y="85878"/>
                    </a:cubicBezTo>
                    <a:lnTo>
                      <a:pt x="3155601" y="91902"/>
                    </a:lnTo>
                    <a:lnTo>
                      <a:pt x="3156291" y="85124"/>
                    </a:lnTo>
                    <a:cubicBezTo>
                      <a:pt x="3166329" y="36544"/>
                      <a:pt x="3209733" y="0"/>
                      <a:pt x="3261755" y="0"/>
                    </a:cubicBezTo>
                    <a:cubicBezTo>
                      <a:pt x="3321209" y="0"/>
                      <a:pt x="3369406" y="47731"/>
                      <a:pt x="3369406" y="106610"/>
                    </a:cubicBezTo>
                    <a:cubicBezTo>
                      <a:pt x="3369406" y="150769"/>
                      <a:pt x="3342295" y="188657"/>
                      <a:pt x="3303658" y="204842"/>
                    </a:cubicBezTo>
                    <a:lnTo>
                      <a:pt x="3288857" y="209392"/>
                    </a:lnTo>
                    <a:lnTo>
                      <a:pt x="3290397" y="211972"/>
                    </a:lnTo>
                    <a:lnTo>
                      <a:pt x="3302637" y="247841"/>
                    </a:lnTo>
                    <a:lnTo>
                      <a:pt x="3307884" y="250328"/>
                    </a:lnTo>
                    <a:cubicBezTo>
                      <a:pt x="3324437" y="260245"/>
                      <a:pt x="3340817" y="272518"/>
                      <a:pt x="3355994" y="287756"/>
                    </a:cubicBezTo>
                    <a:cubicBezTo>
                      <a:pt x="3427554" y="359603"/>
                      <a:pt x="3431261" y="458920"/>
                      <a:pt x="3436346" y="508645"/>
                    </a:cubicBezTo>
                    <a:cubicBezTo>
                      <a:pt x="3475562" y="891947"/>
                      <a:pt x="3452371" y="1278386"/>
                      <a:pt x="3458225" y="1663544"/>
                    </a:cubicBezTo>
                    <a:cubicBezTo>
                      <a:pt x="3459378" y="1739215"/>
                      <a:pt x="3461571" y="1815769"/>
                      <a:pt x="3444800" y="1889649"/>
                    </a:cubicBezTo>
                    <a:cubicBezTo>
                      <a:pt x="3428029" y="1963529"/>
                      <a:pt x="3389830" y="2035796"/>
                      <a:pt x="3325707" y="2078184"/>
                    </a:cubicBezTo>
                    <a:cubicBezTo>
                      <a:pt x="3251504" y="2127224"/>
                      <a:pt x="3155986" y="2129257"/>
                      <a:pt x="3066412" y="2129588"/>
                    </a:cubicBezTo>
                    <a:cubicBezTo>
                      <a:pt x="2621777" y="2131246"/>
                      <a:pt x="2177164" y="2132925"/>
                      <a:pt x="1732529" y="2134583"/>
                    </a:cubicBezTo>
                    <a:cubicBezTo>
                      <a:pt x="1649522" y="2134893"/>
                      <a:pt x="1566486" y="2135202"/>
                      <a:pt x="1483490" y="2134199"/>
                    </a:cubicBezTo>
                    <a:lnTo>
                      <a:pt x="1472978" y="2133850"/>
                    </a:lnTo>
                    <a:lnTo>
                      <a:pt x="1219220" y="2134583"/>
                    </a:lnTo>
                    <a:cubicBezTo>
                      <a:pt x="1003869" y="2135202"/>
                      <a:pt x="788372" y="2135820"/>
                      <a:pt x="573431" y="2125942"/>
                    </a:cubicBezTo>
                    <a:cubicBezTo>
                      <a:pt x="447064" y="2120130"/>
                      <a:pt x="318997" y="2110361"/>
                      <a:pt x="201338" y="2075090"/>
                    </a:cubicBezTo>
                    <a:cubicBezTo>
                      <a:pt x="135135" y="2055244"/>
                      <a:pt x="70222" y="2025299"/>
                      <a:pt x="36065" y="1978160"/>
                    </a:cubicBezTo>
                    <a:cubicBezTo>
                      <a:pt x="1204" y="1930114"/>
                      <a:pt x="-57" y="1883328"/>
                      <a:pt x="2" y="1866113"/>
                    </a:cubicBezTo>
                    <a:cubicBezTo>
                      <a:pt x="3638" y="786331"/>
                      <a:pt x="12199" y="708649"/>
                      <a:pt x="29321" y="553242"/>
                    </a:cubicBezTo>
                    <a:cubicBezTo>
                      <a:pt x="32810" y="521573"/>
                      <a:pt x="40814" y="446765"/>
                      <a:pt x="104584" y="372111"/>
                    </a:cubicBezTo>
                    <a:cubicBezTo>
                      <a:pt x="104584" y="372111"/>
                      <a:pt x="163633" y="303027"/>
                      <a:pt x="270239" y="254893"/>
                    </a:cubicBezTo>
                    <a:cubicBezTo>
                      <a:pt x="524497" y="140106"/>
                      <a:pt x="1283664" y="181300"/>
                      <a:pt x="1798425" y="169278"/>
                    </a:cubicBezTo>
                    <a:cubicBezTo>
                      <a:pt x="1798425" y="169278"/>
                      <a:pt x="2001022" y="164548"/>
                      <a:pt x="2264948" y="167048"/>
                    </a:cubicBezTo>
                    <a:lnTo>
                      <a:pt x="2279665" y="167291"/>
                    </a:lnTo>
                    <a:lnTo>
                      <a:pt x="2335479" y="166655"/>
                    </a:lnTo>
                    <a:cubicBezTo>
                      <a:pt x="2430909" y="165880"/>
                      <a:pt x="2560760" y="166177"/>
                      <a:pt x="2698444" y="170466"/>
                    </a:cubicBezTo>
                    <a:lnTo>
                      <a:pt x="2785657" y="174245"/>
                    </a:lnTo>
                    <a:lnTo>
                      <a:pt x="2778290" y="166216"/>
                    </a:lnTo>
                    <a:cubicBezTo>
                      <a:pt x="2766683" y="149201"/>
                      <a:pt x="2759905" y="128689"/>
                      <a:pt x="2759905" y="106610"/>
                    </a:cubicBezTo>
                    <a:cubicBezTo>
                      <a:pt x="2759905" y="47731"/>
                      <a:pt x="2808102" y="0"/>
                      <a:pt x="2867556" y="0"/>
                    </a:cubicBezTo>
                    <a:close/>
                  </a:path>
                </a:pathLst>
              </a:cu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 rot="0">
                <a:off x="722952" y="1876695"/>
                <a:ext cx="3306855" cy="1885502"/>
                <a:chOff x="-69676" y="1876695"/>
                <a:chExt cx="3306855" cy="1885502"/>
              </a:xfrm>
            </p:grpSpPr>
            <p:sp>
              <p:nvSpPr>
                <p:cNvPr id="7" name="TextBox 7"/>
                <p:cNvSpPr txBox="1"/>
                <p:nvPr/>
              </p:nvSpPr>
              <p:spPr>
                <a:xfrm>
                  <a:off x="-69675" y="2857052"/>
                  <a:ext cx="3306854" cy="90514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幼儿园中密切接触和共享玩具，易导致病菌快速传播，增加感染风险。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-69676" y="2335472"/>
                  <a:ext cx="3306854" cy="52158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群体活动增加感染风险</a:t>
                  </a:r>
                  <a:endParaRPr lang="en-US" sz="1100"/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2676980" y="1876695"/>
                  <a:ext cx="510896" cy="39793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889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9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  <a:endParaRPr lang="en-US" sz="1100"/>
                </a:p>
              </p:txBody>
            </p:sp>
          </p:grpSp>
        </p:grpSp>
        <p:grpSp>
          <p:nvGrpSpPr>
            <p:cNvPr id="10" name="Group 10"/>
            <p:cNvGrpSpPr/>
            <p:nvPr/>
          </p:nvGrpSpPr>
          <p:grpSpPr>
            <a:xfrm rot="0">
              <a:off x="4225326" y="1751317"/>
              <a:ext cx="3728647" cy="2134883"/>
              <a:chOff x="5059811" y="1751317"/>
              <a:chExt cx="3728647" cy="2134883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5059811" y="1751317"/>
                <a:ext cx="3728647" cy="2134883"/>
              </a:xfrm>
              <a:custGeom>
                <a:avLst/>
                <a:gdLst/>
                <a:ahLst/>
                <a:cxnLst/>
                <a:rect l="l" t="t" r="r" b="b"/>
                <a:pathLst>
                  <a:path w="3728647" h="2134883">
                    <a:moveTo>
                      <a:pt x="3136402" y="0"/>
                    </a:moveTo>
                    <a:cubicBezTo>
                      <a:pt x="3188425" y="0"/>
                      <a:pt x="3231828" y="36544"/>
                      <a:pt x="3241866" y="85124"/>
                    </a:cubicBezTo>
                    <a:lnTo>
                      <a:pt x="3242556" y="91902"/>
                    </a:lnTo>
                    <a:lnTo>
                      <a:pt x="3260648" y="85878"/>
                    </a:lnTo>
                    <a:cubicBezTo>
                      <a:pt x="3283662" y="79367"/>
                      <a:pt x="3308132" y="75859"/>
                      <a:pt x="3333502" y="75859"/>
                    </a:cubicBezTo>
                    <a:cubicBezTo>
                      <a:pt x="3358872" y="75859"/>
                      <a:pt x="3383341" y="79367"/>
                      <a:pt x="3406355" y="85878"/>
                    </a:cubicBezTo>
                    <a:lnTo>
                      <a:pt x="3424447" y="91902"/>
                    </a:lnTo>
                    <a:lnTo>
                      <a:pt x="3425137" y="85124"/>
                    </a:lnTo>
                    <a:cubicBezTo>
                      <a:pt x="3435175" y="36544"/>
                      <a:pt x="3478579" y="0"/>
                      <a:pt x="3530601" y="0"/>
                    </a:cubicBezTo>
                    <a:cubicBezTo>
                      <a:pt x="3590055" y="0"/>
                      <a:pt x="3638252" y="47731"/>
                      <a:pt x="3638252" y="106610"/>
                    </a:cubicBezTo>
                    <a:cubicBezTo>
                      <a:pt x="3638252" y="150769"/>
                      <a:pt x="3611141" y="188657"/>
                      <a:pt x="3572504" y="204842"/>
                    </a:cubicBezTo>
                    <a:lnTo>
                      <a:pt x="3557703" y="209392"/>
                    </a:lnTo>
                    <a:lnTo>
                      <a:pt x="3559243" y="211972"/>
                    </a:lnTo>
                    <a:lnTo>
                      <a:pt x="3571483" y="247841"/>
                    </a:lnTo>
                    <a:lnTo>
                      <a:pt x="3576730" y="250328"/>
                    </a:lnTo>
                    <a:cubicBezTo>
                      <a:pt x="3593283" y="260245"/>
                      <a:pt x="3609663" y="272518"/>
                      <a:pt x="3624840" y="287756"/>
                    </a:cubicBezTo>
                    <a:cubicBezTo>
                      <a:pt x="3696400" y="359603"/>
                      <a:pt x="3700107" y="458920"/>
                      <a:pt x="3705192" y="508645"/>
                    </a:cubicBezTo>
                    <a:cubicBezTo>
                      <a:pt x="3744408" y="891947"/>
                      <a:pt x="3721217" y="1278386"/>
                      <a:pt x="3727071" y="1663544"/>
                    </a:cubicBezTo>
                    <a:cubicBezTo>
                      <a:pt x="3728224" y="1739215"/>
                      <a:pt x="3730417" y="1815769"/>
                      <a:pt x="3713646" y="1889649"/>
                    </a:cubicBezTo>
                    <a:cubicBezTo>
                      <a:pt x="3696875" y="1963529"/>
                      <a:pt x="3658676" y="2035796"/>
                      <a:pt x="3594553" y="2078184"/>
                    </a:cubicBezTo>
                    <a:cubicBezTo>
                      <a:pt x="3520350" y="2127224"/>
                      <a:pt x="3424832" y="2129257"/>
                      <a:pt x="3335258" y="2129588"/>
                    </a:cubicBezTo>
                    <a:cubicBezTo>
                      <a:pt x="2890623" y="2131246"/>
                      <a:pt x="2446010" y="2132925"/>
                      <a:pt x="2001375" y="2134583"/>
                    </a:cubicBezTo>
                    <a:cubicBezTo>
                      <a:pt x="1918368" y="2134893"/>
                      <a:pt x="1835332" y="2135202"/>
                      <a:pt x="1752336" y="2134199"/>
                    </a:cubicBezTo>
                    <a:lnTo>
                      <a:pt x="1720311" y="2133136"/>
                    </a:lnTo>
                    <a:lnTo>
                      <a:pt x="1219220" y="2134583"/>
                    </a:lnTo>
                    <a:cubicBezTo>
                      <a:pt x="1003869" y="2135202"/>
                      <a:pt x="788372" y="2135820"/>
                      <a:pt x="573431" y="2125942"/>
                    </a:cubicBezTo>
                    <a:cubicBezTo>
                      <a:pt x="447064" y="2120130"/>
                      <a:pt x="318997" y="2110361"/>
                      <a:pt x="201338" y="2075090"/>
                    </a:cubicBezTo>
                    <a:cubicBezTo>
                      <a:pt x="135135" y="2055244"/>
                      <a:pt x="70222" y="2025299"/>
                      <a:pt x="36065" y="1978160"/>
                    </a:cubicBezTo>
                    <a:cubicBezTo>
                      <a:pt x="1204" y="1930114"/>
                      <a:pt x="-57" y="1883328"/>
                      <a:pt x="2" y="1866113"/>
                    </a:cubicBezTo>
                    <a:cubicBezTo>
                      <a:pt x="3638" y="786331"/>
                      <a:pt x="12199" y="708649"/>
                      <a:pt x="29321" y="553242"/>
                    </a:cubicBezTo>
                    <a:cubicBezTo>
                      <a:pt x="32811" y="521573"/>
                      <a:pt x="40814" y="446765"/>
                      <a:pt x="104584" y="372111"/>
                    </a:cubicBezTo>
                    <a:cubicBezTo>
                      <a:pt x="104584" y="372111"/>
                      <a:pt x="163633" y="303027"/>
                      <a:pt x="270239" y="254893"/>
                    </a:cubicBezTo>
                    <a:cubicBezTo>
                      <a:pt x="524497" y="140106"/>
                      <a:pt x="1283664" y="181300"/>
                      <a:pt x="1798425" y="169278"/>
                    </a:cubicBezTo>
                    <a:cubicBezTo>
                      <a:pt x="1798425" y="169278"/>
                      <a:pt x="2001022" y="164548"/>
                      <a:pt x="2264948" y="167048"/>
                    </a:cubicBezTo>
                    <a:lnTo>
                      <a:pt x="2423269" y="169659"/>
                    </a:lnTo>
                    <a:lnTo>
                      <a:pt x="2447886" y="169278"/>
                    </a:lnTo>
                    <a:cubicBezTo>
                      <a:pt x="2447886" y="169278"/>
                      <a:pt x="2691922" y="161888"/>
                      <a:pt x="2967290" y="170466"/>
                    </a:cubicBezTo>
                    <a:lnTo>
                      <a:pt x="3054503" y="174245"/>
                    </a:lnTo>
                    <a:lnTo>
                      <a:pt x="3047136" y="166216"/>
                    </a:lnTo>
                    <a:cubicBezTo>
                      <a:pt x="3035529" y="149201"/>
                      <a:pt x="3028751" y="128689"/>
                      <a:pt x="3028751" y="106610"/>
                    </a:cubicBezTo>
                    <a:cubicBezTo>
                      <a:pt x="3028751" y="47731"/>
                      <a:pt x="3076948" y="0"/>
                      <a:pt x="3136402" y="0"/>
                    </a:cubicBezTo>
                    <a:close/>
                  </a:path>
                </a:pathLst>
              </a:custGeom>
              <a:solidFill>
                <a:srgbClr val="FF8A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 rot="0">
                <a:off x="5138733" y="1876695"/>
                <a:ext cx="3559331" cy="1885502"/>
                <a:chOff x="2408289" y="1876695"/>
                <a:chExt cx="3559331" cy="1885502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2408290" y="2857052"/>
                  <a:ext cx="3559330" cy="90514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手卫生对预防流感等呼吸道疾病尤为重要，有效减少病毒传播。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2408289" y="2335472"/>
                  <a:ext cx="3559330" cy="52158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呼吸道感染的防范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407421" y="1876695"/>
                  <a:ext cx="510896" cy="39793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889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9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  <a:endParaRPr lang="en-US" sz="1100"/>
                </a:p>
              </p:txBody>
            </p:sp>
          </p:grpSp>
        </p:grpSp>
        <p:grpSp>
          <p:nvGrpSpPr>
            <p:cNvPr id="16" name="Group 16"/>
            <p:cNvGrpSpPr/>
            <p:nvPr/>
          </p:nvGrpSpPr>
          <p:grpSpPr>
            <a:xfrm rot="0">
              <a:off x="8059099" y="1751317"/>
              <a:ext cx="3459801" cy="2134883"/>
              <a:chOff x="8059099" y="1751317"/>
              <a:chExt cx="3459801" cy="2134883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059099" y="1751317"/>
                <a:ext cx="3459801" cy="2134883"/>
              </a:xfrm>
              <a:custGeom>
                <a:avLst/>
                <a:gdLst/>
                <a:ahLst/>
                <a:cxnLst/>
                <a:rect l="l" t="t" r="r" b="b"/>
                <a:pathLst>
                  <a:path w="3459801" h="2134883">
                    <a:moveTo>
                      <a:pt x="2867557" y="0"/>
                    </a:moveTo>
                    <a:cubicBezTo>
                      <a:pt x="2919580" y="0"/>
                      <a:pt x="2962983" y="36544"/>
                      <a:pt x="2973021" y="85124"/>
                    </a:cubicBezTo>
                    <a:lnTo>
                      <a:pt x="2973711" y="91902"/>
                    </a:lnTo>
                    <a:lnTo>
                      <a:pt x="2991803" y="85878"/>
                    </a:lnTo>
                    <a:cubicBezTo>
                      <a:pt x="3014817" y="79367"/>
                      <a:pt x="3039287" y="75859"/>
                      <a:pt x="3064656" y="75859"/>
                    </a:cubicBezTo>
                    <a:cubicBezTo>
                      <a:pt x="3090026" y="75859"/>
                      <a:pt x="3114496" y="79367"/>
                      <a:pt x="3137510" y="85878"/>
                    </a:cubicBezTo>
                    <a:lnTo>
                      <a:pt x="3155602" y="91902"/>
                    </a:lnTo>
                    <a:lnTo>
                      <a:pt x="3156292" y="85124"/>
                    </a:lnTo>
                    <a:cubicBezTo>
                      <a:pt x="3166330" y="36544"/>
                      <a:pt x="3209734" y="0"/>
                      <a:pt x="3261756" y="0"/>
                    </a:cubicBezTo>
                    <a:cubicBezTo>
                      <a:pt x="3321210" y="0"/>
                      <a:pt x="3369407" y="47731"/>
                      <a:pt x="3369407" y="106610"/>
                    </a:cubicBezTo>
                    <a:cubicBezTo>
                      <a:pt x="3369407" y="150769"/>
                      <a:pt x="3342296" y="188657"/>
                      <a:pt x="3303659" y="204842"/>
                    </a:cubicBezTo>
                    <a:lnTo>
                      <a:pt x="3288858" y="209392"/>
                    </a:lnTo>
                    <a:lnTo>
                      <a:pt x="3290398" y="211972"/>
                    </a:lnTo>
                    <a:lnTo>
                      <a:pt x="3302638" y="247842"/>
                    </a:lnTo>
                    <a:lnTo>
                      <a:pt x="3307885" y="250328"/>
                    </a:lnTo>
                    <a:cubicBezTo>
                      <a:pt x="3324438" y="260245"/>
                      <a:pt x="3340818" y="272518"/>
                      <a:pt x="3355995" y="287756"/>
                    </a:cubicBezTo>
                    <a:cubicBezTo>
                      <a:pt x="3427555" y="359603"/>
                      <a:pt x="3431262" y="458920"/>
                      <a:pt x="3436347" y="508645"/>
                    </a:cubicBezTo>
                    <a:cubicBezTo>
                      <a:pt x="3475562" y="891947"/>
                      <a:pt x="3452372" y="1278386"/>
                      <a:pt x="3458226" y="1663544"/>
                    </a:cubicBezTo>
                    <a:cubicBezTo>
                      <a:pt x="3459379" y="1739215"/>
                      <a:pt x="3461572" y="1815769"/>
                      <a:pt x="3444801" y="1889649"/>
                    </a:cubicBezTo>
                    <a:cubicBezTo>
                      <a:pt x="3428030" y="1963529"/>
                      <a:pt x="3389831" y="2035796"/>
                      <a:pt x="3325708" y="2078184"/>
                    </a:cubicBezTo>
                    <a:cubicBezTo>
                      <a:pt x="3251504" y="2127224"/>
                      <a:pt x="3155986" y="2129257"/>
                      <a:pt x="3066413" y="2129588"/>
                    </a:cubicBezTo>
                    <a:cubicBezTo>
                      <a:pt x="2621778" y="2131246"/>
                      <a:pt x="2177165" y="2132925"/>
                      <a:pt x="1732530" y="2134583"/>
                    </a:cubicBezTo>
                    <a:cubicBezTo>
                      <a:pt x="1649523" y="2134893"/>
                      <a:pt x="1566487" y="2135202"/>
                      <a:pt x="1483491" y="2134199"/>
                    </a:cubicBezTo>
                    <a:lnTo>
                      <a:pt x="1472979" y="2133850"/>
                    </a:lnTo>
                    <a:lnTo>
                      <a:pt x="1219220" y="2134583"/>
                    </a:lnTo>
                    <a:cubicBezTo>
                      <a:pt x="1003869" y="2135202"/>
                      <a:pt x="788371" y="2135820"/>
                      <a:pt x="573431" y="2125942"/>
                    </a:cubicBezTo>
                    <a:cubicBezTo>
                      <a:pt x="447064" y="2120130"/>
                      <a:pt x="318997" y="2110361"/>
                      <a:pt x="201338" y="2075090"/>
                    </a:cubicBezTo>
                    <a:cubicBezTo>
                      <a:pt x="135135" y="2055244"/>
                      <a:pt x="70222" y="2025299"/>
                      <a:pt x="36065" y="1978160"/>
                    </a:cubicBezTo>
                    <a:cubicBezTo>
                      <a:pt x="1204" y="1930114"/>
                      <a:pt x="-57" y="1883328"/>
                      <a:pt x="2" y="1866113"/>
                    </a:cubicBezTo>
                    <a:cubicBezTo>
                      <a:pt x="3638" y="786331"/>
                      <a:pt x="12199" y="708649"/>
                      <a:pt x="29321" y="553242"/>
                    </a:cubicBezTo>
                    <a:cubicBezTo>
                      <a:pt x="32811" y="521573"/>
                      <a:pt x="40814" y="446765"/>
                      <a:pt x="104584" y="372111"/>
                    </a:cubicBezTo>
                    <a:cubicBezTo>
                      <a:pt x="104584" y="372111"/>
                      <a:pt x="163633" y="303027"/>
                      <a:pt x="270239" y="254893"/>
                    </a:cubicBezTo>
                    <a:cubicBezTo>
                      <a:pt x="524497" y="140106"/>
                      <a:pt x="1283664" y="181300"/>
                      <a:pt x="1798425" y="169278"/>
                    </a:cubicBezTo>
                    <a:cubicBezTo>
                      <a:pt x="1798425" y="169278"/>
                      <a:pt x="2001022" y="164548"/>
                      <a:pt x="2264948" y="167048"/>
                    </a:cubicBezTo>
                    <a:lnTo>
                      <a:pt x="2279665" y="167291"/>
                    </a:lnTo>
                    <a:lnTo>
                      <a:pt x="2335480" y="166655"/>
                    </a:lnTo>
                    <a:cubicBezTo>
                      <a:pt x="2430910" y="165880"/>
                      <a:pt x="2560761" y="166177"/>
                      <a:pt x="2698445" y="170466"/>
                    </a:cubicBezTo>
                    <a:lnTo>
                      <a:pt x="2785658" y="174245"/>
                    </a:lnTo>
                    <a:lnTo>
                      <a:pt x="2778291" y="166216"/>
                    </a:lnTo>
                    <a:cubicBezTo>
                      <a:pt x="2766684" y="149201"/>
                      <a:pt x="2759906" y="128689"/>
                      <a:pt x="2759906" y="106610"/>
                    </a:cubicBezTo>
                    <a:cubicBezTo>
                      <a:pt x="2759906" y="47731"/>
                      <a:pt x="2808103" y="0"/>
                      <a:pt x="2867557" y="0"/>
                    </a:cubicBezTo>
                    <a:close/>
                  </a:path>
                </a:pathLst>
              </a:custGeom>
              <a:solidFill>
                <a:srgbClr val="18C7B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 rot="0">
                <a:off x="8121651" y="1876695"/>
                <a:ext cx="3306855" cy="1885502"/>
                <a:chOff x="5391207" y="1876695"/>
                <a:chExt cx="3306855" cy="1885502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5391208" y="2857052"/>
                  <a:ext cx="3306854" cy="90514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通过教育引导，帮助幼儿理解洗手的重要性，提高自我保护意识。</a:t>
                  </a:r>
                  <a:endParaRPr lang="en-US" sz="11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5391207" y="2335472"/>
                  <a:ext cx="3306854" cy="52158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增强自我保护能力</a:t>
                  </a:r>
                  <a:endParaRPr lang="en-US" sz="11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137863" y="1876695"/>
                  <a:ext cx="510896" cy="39793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889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9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  <a:endParaRPr lang="en-US" sz="1100"/>
                </a:p>
              </p:txBody>
            </p:sp>
          </p:grpSp>
        </p:grpSp>
        <p:grpSp>
          <p:nvGrpSpPr>
            <p:cNvPr id="22" name="Group 22"/>
            <p:cNvGrpSpPr/>
            <p:nvPr/>
          </p:nvGrpSpPr>
          <p:grpSpPr>
            <a:xfrm rot="0">
              <a:off x="2442864" y="3999217"/>
              <a:ext cx="3459801" cy="2134883"/>
              <a:chOff x="660400" y="1751317"/>
              <a:chExt cx="3459801" cy="2134883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660400" y="1751317"/>
                <a:ext cx="3459801" cy="2134883"/>
              </a:xfrm>
              <a:custGeom>
                <a:avLst/>
                <a:gdLst/>
                <a:ahLst/>
                <a:cxnLst/>
                <a:rect l="l" t="t" r="r" b="b"/>
                <a:pathLst>
                  <a:path w="3459801" h="2134883">
                    <a:moveTo>
                      <a:pt x="2867556" y="0"/>
                    </a:moveTo>
                    <a:cubicBezTo>
                      <a:pt x="2919579" y="0"/>
                      <a:pt x="2962982" y="36544"/>
                      <a:pt x="2973020" y="85124"/>
                    </a:cubicBezTo>
                    <a:lnTo>
                      <a:pt x="2973710" y="91902"/>
                    </a:lnTo>
                    <a:lnTo>
                      <a:pt x="2991802" y="85878"/>
                    </a:lnTo>
                    <a:cubicBezTo>
                      <a:pt x="3014816" y="79367"/>
                      <a:pt x="3039286" y="75859"/>
                      <a:pt x="3064656" y="75859"/>
                    </a:cubicBezTo>
                    <a:cubicBezTo>
                      <a:pt x="3090025" y="75859"/>
                      <a:pt x="3114495" y="79367"/>
                      <a:pt x="3137509" y="85878"/>
                    </a:cubicBezTo>
                    <a:lnTo>
                      <a:pt x="3155601" y="91902"/>
                    </a:lnTo>
                    <a:lnTo>
                      <a:pt x="3156291" y="85124"/>
                    </a:lnTo>
                    <a:cubicBezTo>
                      <a:pt x="3166329" y="36544"/>
                      <a:pt x="3209733" y="0"/>
                      <a:pt x="3261755" y="0"/>
                    </a:cubicBezTo>
                    <a:cubicBezTo>
                      <a:pt x="3321209" y="0"/>
                      <a:pt x="3369406" y="47731"/>
                      <a:pt x="3369406" y="106610"/>
                    </a:cubicBezTo>
                    <a:cubicBezTo>
                      <a:pt x="3369406" y="150769"/>
                      <a:pt x="3342295" y="188657"/>
                      <a:pt x="3303658" y="204842"/>
                    </a:cubicBezTo>
                    <a:lnTo>
                      <a:pt x="3288857" y="209392"/>
                    </a:lnTo>
                    <a:lnTo>
                      <a:pt x="3290397" y="211972"/>
                    </a:lnTo>
                    <a:lnTo>
                      <a:pt x="3302637" y="247841"/>
                    </a:lnTo>
                    <a:lnTo>
                      <a:pt x="3307884" y="250328"/>
                    </a:lnTo>
                    <a:cubicBezTo>
                      <a:pt x="3324437" y="260245"/>
                      <a:pt x="3340817" y="272518"/>
                      <a:pt x="3355994" y="287756"/>
                    </a:cubicBezTo>
                    <a:cubicBezTo>
                      <a:pt x="3427554" y="359603"/>
                      <a:pt x="3431261" y="458920"/>
                      <a:pt x="3436346" y="508645"/>
                    </a:cubicBezTo>
                    <a:cubicBezTo>
                      <a:pt x="3475562" y="891947"/>
                      <a:pt x="3452371" y="1278386"/>
                      <a:pt x="3458225" y="1663544"/>
                    </a:cubicBezTo>
                    <a:cubicBezTo>
                      <a:pt x="3459378" y="1739215"/>
                      <a:pt x="3461571" y="1815769"/>
                      <a:pt x="3444800" y="1889649"/>
                    </a:cubicBezTo>
                    <a:cubicBezTo>
                      <a:pt x="3428029" y="1963529"/>
                      <a:pt x="3389830" y="2035796"/>
                      <a:pt x="3325707" y="2078184"/>
                    </a:cubicBezTo>
                    <a:cubicBezTo>
                      <a:pt x="3251504" y="2127224"/>
                      <a:pt x="3155986" y="2129257"/>
                      <a:pt x="3066412" y="2129588"/>
                    </a:cubicBezTo>
                    <a:cubicBezTo>
                      <a:pt x="2621777" y="2131246"/>
                      <a:pt x="2177164" y="2132925"/>
                      <a:pt x="1732529" y="2134583"/>
                    </a:cubicBezTo>
                    <a:cubicBezTo>
                      <a:pt x="1649522" y="2134893"/>
                      <a:pt x="1566486" y="2135202"/>
                      <a:pt x="1483490" y="2134199"/>
                    </a:cubicBezTo>
                    <a:lnTo>
                      <a:pt x="1472978" y="2133850"/>
                    </a:lnTo>
                    <a:lnTo>
                      <a:pt x="1219220" y="2134583"/>
                    </a:lnTo>
                    <a:cubicBezTo>
                      <a:pt x="1003869" y="2135202"/>
                      <a:pt x="788372" y="2135820"/>
                      <a:pt x="573431" y="2125942"/>
                    </a:cubicBezTo>
                    <a:cubicBezTo>
                      <a:pt x="447064" y="2120130"/>
                      <a:pt x="318997" y="2110361"/>
                      <a:pt x="201338" y="2075090"/>
                    </a:cubicBezTo>
                    <a:cubicBezTo>
                      <a:pt x="135135" y="2055244"/>
                      <a:pt x="70222" y="2025299"/>
                      <a:pt x="36065" y="1978160"/>
                    </a:cubicBezTo>
                    <a:cubicBezTo>
                      <a:pt x="1204" y="1930114"/>
                      <a:pt x="-57" y="1883328"/>
                      <a:pt x="2" y="1866113"/>
                    </a:cubicBezTo>
                    <a:cubicBezTo>
                      <a:pt x="3638" y="786331"/>
                      <a:pt x="12199" y="708649"/>
                      <a:pt x="29321" y="553242"/>
                    </a:cubicBezTo>
                    <a:cubicBezTo>
                      <a:pt x="32810" y="521573"/>
                      <a:pt x="40814" y="446765"/>
                      <a:pt x="104584" y="372111"/>
                    </a:cubicBezTo>
                    <a:cubicBezTo>
                      <a:pt x="104584" y="372111"/>
                      <a:pt x="163633" y="303027"/>
                      <a:pt x="270239" y="254893"/>
                    </a:cubicBezTo>
                    <a:cubicBezTo>
                      <a:pt x="524497" y="140106"/>
                      <a:pt x="1283664" y="181300"/>
                      <a:pt x="1798425" y="169278"/>
                    </a:cubicBezTo>
                    <a:cubicBezTo>
                      <a:pt x="1798425" y="169278"/>
                      <a:pt x="2001022" y="164548"/>
                      <a:pt x="2264948" y="167048"/>
                    </a:cubicBezTo>
                    <a:lnTo>
                      <a:pt x="2279665" y="167291"/>
                    </a:lnTo>
                    <a:lnTo>
                      <a:pt x="2335479" y="166655"/>
                    </a:lnTo>
                    <a:cubicBezTo>
                      <a:pt x="2430909" y="165880"/>
                      <a:pt x="2560760" y="166177"/>
                      <a:pt x="2698444" y="170466"/>
                    </a:cubicBezTo>
                    <a:lnTo>
                      <a:pt x="2785657" y="174245"/>
                    </a:lnTo>
                    <a:lnTo>
                      <a:pt x="2778290" y="166216"/>
                    </a:lnTo>
                    <a:cubicBezTo>
                      <a:pt x="2766683" y="149201"/>
                      <a:pt x="2759905" y="128689"/>
                      <a:pt x="2759905" y="106610"/>
                    </a:cubicBezTo>
                    <a:cubicBezTo>
                      <a:pt x="2759905" y="47731"/>
                      <a:pt x="2808102" y="0"/>
                      <a:pt x="2867556" y="0"/>
                    </a:cubicBezTo>
                    <a:close/>
                  </a:path>
                </a:pathLst>
              </a:custGeom>
              <a:solidFill>
                <a:srgbClr val="2889C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 rot="0">
                <a:off x="722952" y="1876695"/>
                <a:ext cx="3306855" cy="1885502"/>
                <a:chOff x="-69676" y="1876695"/>
                <a:chExt cx="3306855" cy="1885502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-69675" y="2857052"/>
                  <a:ext cx="3306854" cy="90514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良好的手卫生习惯减少生病请假的频率，保证幼儿正常参与集体活动。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-69676" y="2335472"/>
                  <a:ext cx="3306854" cy="52158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降低病假率</a:t>
                  </a:r>
                  <a:endParaRPr lang="en-US" sz="11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2676980" y="1876695"/>
                  <a:ext cx="510896" cy="39793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889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9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  <a:endParaRPr lang="en-US" sz="1100"/>
                </a:p>
              </p:txBody>
            </p:sp>
          </p:grpSp>
        </p:grpSp>
        <p:grpSp>
          <p:nvGrpSpPr>
            <p:cNvPr id="28" name="Group 28"/>
            <p:cNvGrpSpPr/>
            <p:nvPr/>
          </p:nvGrpSpPr>
          <p:grpSpPr>
            <a:xfrm rot="0">
              <a:off x="6007789" y="3999217"/>
              <a:ext cx="3728647" cy="2134883"/>
              <a:chOff x="5059811" y="1751317"/>
              <a:chExt cx="3728647" cy="2134883"/>
            </a:xfrm>
          </p:grpSpPr>
          <p:sp>
            <p:nvSpPr>
              <p:cNvPr id="29" name="AutoShape 29"/>
              <p:cNvSpPr/>
              <p:nvPr/>
            </p:nvSpPr>
            <p:spPr>
              <a:xfrm>
                <a:off x="5059811" y="1751317"/>
                <a:ext cx="3728647" cy="2134883"/>
              </a:xfrm>
              <a:custGeom>
                <a:avLst/>
                <a:gdLst/>
                <a:ahLst/>
                <a:cxnLst/>
                <a:rect l="l" t="t" r="r" b="b"/>
                <a:pathLst>
                  <a:path w="3728647" h="2134883">
                    <a:moveTo>
                      <a:pt x="3136402" y="0"/>
                    </a:moveTo>
                    <a:cubicBezTo>
                      <a:pt x="3188425" y="0"/>
                      <a:pt x="3231828" y="36544"/>
                      <a:pt x="3241866" y="85124"/>
                    </a:cubicBezTo>
                    <a:lnTo>
                      <a:pt x="3242556" y="91902"/>
                    </a:lnTo>
                    <a:lnTo>
                      <a:pt x="3260648" y="85878"/>
                    </a:lnTo>
                    <a:cubicBezTo>
                      <a:pt x="3283662" y="79367"/>
                      <a:pt x="3308132" y="75859"/>
                      <a:pt x="3333502" y="75859"/>
                    </a:cubicBezTo>
                    <a:cubicBezTo>
                      <a:pt x="3358872" y="75859"/>
                      <a:pt x="3383341" y="79367"/>
                      <a:pt x="3406355" y="85878"/>
                    </a:cubicBezTo>
                    <a:lnTo>
                      <a:pt x="3424447" y="91902"/>
                    </a:lnTo>
                    <a:lnTo>
                      <a:pt x="3425137" y="85124"/>
                    </a:lnTo>
                    <a:cubicBezTo>
                      <a:pt x="3435175" y="36544"/>
                      <a:pt x="3478579" y="0"/>
                      <a:pt x="3530601" y="0"/>
                    </a:cubicBezTo>
                    <a:cubicBezTo>
                      <a:pt x="3590055" y="0"/>
                      <a:pt x="3638252" y="47731"/>
                      <a:pt x="3638252" y="106610"/>
                    </a:cubicBezTo>
                    <a:cubicBezTo>
                      <a:pt x="3638252" y="150769"/>
                      <a:pt x="3611141" y="188657"/>
                      <a:pt x="3572504" y="204842"/>
                    </a:cubicBezTo>
                    <a:lnTo>
                      <a:pt x="3557703" y="209392"/>
                    </a:lnTo>
                    <a:lnTo>
                      <a:pt x="3559243" y="211972"/>
                    </a:lnTo>
                    <a:lnTo>
                      <a:pt x="3571483" y="247841"/>
                    </a:lnTo>
                    <a:lnTo>
                      <a:pt x="3576730" y="250328"/>
                    </a:lnTo>
                    <a:cubicBezTo>
                      <a:pt x="3593283" y="260245"/>
                      <a:pt x="3609663" y="272518"/>
                      <a:pt x="3624840" y="287756"/>
                    </a:cubicBezTo>
                    <a:cubicBezTo>
                      <a:pt x="3696400" y="359603"/>
                      <a:pt x="3700107" y="458920"/>
                      <a:pt x="3705192" y="508645"/>
                    </a:cubicBezTo>
                    <a:cubicBezTo>
                      <a:pt x="3744408" y="891947"/>
                      <a:pt x="3721217" y="1278386"/>
                      <a:pt x="3727071" y="1663544"/>
                    </a:cubicBezTo>
                    <a:cubicBezTo>
                      <a:pt x="3728224" y="1739215"/>
                      <a:pt x="3730417" y="1815769"/>
                      <a:pt x="3713646" y="1889649"/>
                    </a:cubicBezTo>
                    <a:cubicBezTo>
                      <a:pt x="3696875" y="1963529"/>
                      <a:pt x="3658676" y="2035796"/>
                      <a:pt x="3594553" y="2078184"/>
                    </a:cubicBezTo>
                    <a:cubicBezTo>
                      <a:pt x="3520350" y="2127224"/>
                      <a:pt x="3424832" y="2129257"/>
                      <a:pt x="3335258" y="2129588"/>
                    </a:cubicBezTo>
                    <a:cubicBezTo>
                      <a:pt x="2890623" y="2131246"/>
                      <a:pt x="2446010" y="2132925"/>
                      <a:pt x="2001375" y="2134583"/>
                    </a:cubicBezTo>
                    <a:cubicBezTo>
                      <a:pt x="1918368" y="2134893"/>
                      <a:pt x="1835332" y="2135202"/>
                      <a:pt x="1752336" y="2134199"/>
                    </a:cubicBezTo>
                    <a:lnTo>
                      <a:pt x="1720311" y="2133136"/>
                    </a:lnTo>
                    <a:lnTo>
                      <a:pt x="1219220" y="2134583"/>
                    </a:lnTo>
                    <a:cubicBezTo>
                      <a:pt x="1003869" y="2135202"/>
                      <a:pt x="788372" y="2135820"/>
                      <a:pt x="573431" y="2125942"/>
                    </a:cubicBezTo>
                    <a:cubicBezTo>
                      <a:pt x="447064" y="2120130"/>
                      <a:pt x="318997" y="2110361"/>
                      <a:pt x="201338" y="2075090"/>
                    </a:cubicBezTo>
                    <a:cubicBezTo>
                      <a:pt x="135135" y="2055244"/>
                      <a:pt x="70222" y="2025299"/>
                      <a:pt x="36065" y="1978160"/>
                    </a:cubicBezTo>
                    <a:cubicBezTo>
                      <a:pt x="1204" y="1930114"/>
                      <a:pt x="-57" y="1883328"/>
                      <a:pt x="2" y="1866113"/>
                    </a:cubicBezTo>
                    <a:cubicBezTo>
                      <a:pt x="3638" y="786331"/>
                      <a:pt x="12199" y="708649"/>
                      <a:pt x="29321" y="553242"/>
                    </a:cubicBezTo>
                    <a:cubicBezTo>
                      <a:pt x="32811" y="521573"/>
                      <a:pt x="40814" y="446765"/>
                      <a:pt x="104584" y="372111"/>
                    </a:cubicBezTo>
                    <a:cubicBezTo>
                      <a:pt x="104584" y="372111"/>
                      <a:pt x="163633" y="303027"/>
                      <a:pt x="270239" y="254893"/>
                    </a:cubicBezTo>
                    <a:cubicBezTo>
                      <a:pt x="524497" y="140106"/>
                      <a:pt x="1283664" y="181300"/>
                      <a:pt x="1798425" y="169278"/>
                    </a:cubicBezTo>
                    <a:cubicBezTo>
                      <a:pt x="1798425" y="169278"/>
                      <a:pt x="2001022" y="164548"/>
                      <a:pt x="2264948" y="167048"/>
                    </a:cubicBezTo>
                    <a:lnTo>
                      <a:pt x="2423269" y="169659"/>
                    </a:lnTo>
                    <a:lnTo>
                      <a:pt x="2447886" y="169278"/>
                    </a:lnTo>
                    <a:cubicBezTo>
                      <a:pt x="2447886" y="169278"/>
                      <a:pt x="2691922" y="161888"/>
                      <a:pt x="2967290" y="170466"/>
                    </a:cubicBezTo>
                    <a:lnTo>
                      <a:pt x="3054503" y="174245"/>
                    </a:lnTo>
                    <a:lnTo>
                      <a:pt x="3047136" y="166216"/>
                    </a:lnTo>
                    <a:cubicBezTo>
                      <a:pt x="3035529" y="149201"/>
                      <a:pt x="3028751" y="128689"/>
                      <a:pt x="3028751" y="106610"/>
                    </a:cubicBezTo>
                    <a:cubicBezTo>
                      <a:pt x="3028751" y="47731"/>
                      <a:pt x="3076948" y="0"/>
                      <a:pt x="3136402" y="0"/>
                    </a:cubicBezTo>
                    <a:close/>
                  </a:path>
                </a:pathLst>
              </a:custGeom>
              <a:solidFill>
                <a:srgbClr val="59A1B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 rot="0">
                <a:off x="5138733" y="1876695"/>
                <a:ext cx="3559331" cy="1885502"/>
                <a:chOff x="2408289" y="1876695"/>
                <a:chExt cx="3559331" cy="1885502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2408290" y="2857052"/>
                  <a:ext cx="3559330" cy="90514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培养良好洗手习惯，有助于幼儿形成全面的健康生活方式，长期受益。</a:t>
                  </a:r>
                  <a:endParaRPr lang="en-US" sz="1100"/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408289" y="2335472"/>
                  <a:ext cx="3559330" cy="521580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促进健康生活习惯</a:t>
                  </a:r>
                  <a:endParaRPr lang="en-US" sz="1100"/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5407421" y="1876695"/>
                  <a:ext cx="510896" cy="397934"/>
                </a:xfrm>
                <a:prstGeom prst="rect">
                  <a:avLst/>
                </a:prstGeom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889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9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5</a:t>
                  </a:r>
                  <a:endParaRPr lang="en-US" sz="1100"/>
                </a:p>
              </p:txBody>
            </p:sp>
          </p:grpSp>
        </p:grpSp>
      </p:grpSp>
      <p:sp>
        <p:nvSpPr>
          <p:cNvPr id="34" name="TextBox 3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为何幼儿更需注意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e6085c2-fab3-4e91-88d9-6befc6d7c0c6"/>
          <p:cNvGrpSpPr/>
          <p:nvPr/>
        </p:nvGrpSpPr>
        <p:grpSpPr>
          <a:xfrm rot="0">
            <a:off x="660400" y="1130300"/>
            <a:ext cx="10858500" cy="4493467"/>
            <a:chOff x="660400" y="1130300"/>
            <a:chExt cx="10858500" cy="4493467"/>
          </a:xfrm>
        </p:grpSpPr>
        <p:sp>
          <p:nvSpPr>
            <p:cNvPr id="3" name="AutoShape 3"/>
            <p:cNvSpPr/>
            <p:nvPr/>
          </p:nvSpPr>
          <p:spPr>
            <a:xfrm>
              <a:off x="2192542" y="4078852"/>
              <a:ext cx="301903" cy="301903"/>
            </a:xfrm>
            <a:prstGeom prst="chevron">
              <a:avLst/>
            </a:prstGeom>
            <a:solidFill>
              <a:srgbClr val="778495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4078492" y="4078852"/>
              <a:ext cx="301903" cy="301903"/>
            </a:xfrm>
            <a:prstGeom prst="chevron">
              <a:avLst/>
            </a:prstGeom>
            <a:solidFill>
              <a:srgbClr val="778495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5922532" y="4078852"/>
              <a:ext cx="301903" cy="301903"/>
            </a:xfrm>
            <a:prstGeom prst="chevron">
              <a:avLst/>
            </a:prstGeom>
            <a:solidFill>
              <a:srgbClr val="778495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7812292" y="4078852"/>
              <a:ext cx="301903" cy="301903"/>
            </a:xfrm>
            <a:prstGeom prst="chevron">
              <a:avLst/>
            </a:prstGeom>
            <a:solidFill>
              <a:srgbClr val="778495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9702052" y="4078852"/>
              <a:ext cx="301903" cy="301903"/>
            </a:xfrm>
            <a:prstGeom prst="chevron">
              <a:avLst/>
            </a:prstGeom>
            <a:solidFill>
              <a:srgbClr val="778495">
                <a:alpha val="8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69615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教导孩子正确洗手的方法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660401" y="2942416"/>
              <a:ext cx="1453784" cy="2681351"/>
              <a:chOff x="660401" y="2942416"/>
              <a:chExt cx="1453784" cy="2681351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660401" y="2942416"/>
                <a:ext cx="1453784" cy="2681351"/>
              </a:xfrm>
              <a:prstGeom prst="round2DiagRect">
                <a:avLst>
                  <a:gd name="adj1" fmla="val 24200"/>
                  <a:gd name="adj2" fmla="val 0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0771" y="3039995"/>
                <a:ext cx="813044" cy="486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82767" y="3526727"/>
                <a:ext cx="1409052" cy="7359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用水湿润双手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82768" y="4262707"/>
                <a:ext cx="1409052" cy="10522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使用干净的流动水将双手完全湿润，为涂抹肥皂做好准备。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2541344" y="2942416"/>
              <a:ext cx="1453784" cy="2681351"/>
              <a:chOff x="2541344" y="2942416"/>
              <a:chExt cx="1453784" cy="2681351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2541344" y="2942416"/>
                <a:ext cx="1453784" cy="2681351"/>
              </a:xfrm>
              <a:prstGeom prst="round2DiagRect">
                <a:avLst>
                  <a:gd name="adj1" fmla="val 24200"/>
                  <a:gd name="adj2" fmla="val 0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861714" y="3039995"/>
                <a:ext cx="813044" cy="486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563710" y="3526727"/>
                <a:ext cx="1409052" cy="7359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使用肥皂搓洗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563711" y="4262707"/>
                <a:ext cx="1409052" cy="10522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1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取适量肥皂，均匀涂抹于双手，仔细搓洗。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4422287" y="2942416"/>
              <a:ext cx="1453784" cy="2681351"/>
              <a:chOff x="4422287" y="2942416"/>
              <a:chExt cx="1453784" cy="2681351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4422287" y="2942416"/>
                <a:ext cx="1453784" cy="2681351"/>
              </a:xfrm>
              <a:prstGeom prst="round2DiagRect">
                <a:avLst>
                  <a:gd name="adj1" fmla="val 24200"/>
                  <a:gd name="adj2" fmla="val 0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742657" y="3039995"/>
                <a:ext cx="813044" cy="486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44653" y="3526727"/>
                <a:ext cx="1409052" cy="7359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搓洗至少20秒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444654" y="4262707"/>
                <a:ext cx="1409052" cy="10522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确保每个手部表面都彻底清洁，有效去除细菌。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6303230" y="2942416"/>
              <a:ext cx="1453784" cy="2681351"/>
              <a:chOff x="6303230" y="2942416"/>
              <a:chExt cx="1453784" cy="2681351"/>
            </a:xfrm>
          </p:grpSpPr>
          <p:sp>
            <p:nvSpPr>
              <p:cNvPr id="25" name="AutoShape 25"/>
              <p:cNvSpPr/>
              <p:nvPr/>
            </p:nvSpPr>
            <p:spPr>
              <a:xfrm>
                <a:off x="6303230" y="2942416"/>
                <a:ext cx="1453784" cy="2681351"/>
              </a:xfrm>
              <a:prstGeom prst="round2DiagRect">
                <a:avLst>
                  <a:gd name="adj1" fmla="val 24200"/>
                  <a:gd name="adj2" fmla="val 0"/>
                </a:avLst>
              </a:prstGeom>
              <a:solidFill>
                <a:srgbClr val="15A5E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623600" y="3039995"/>
                <a:ext cx="813044" cy="486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15A5E5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325596" y="3526727"/>
                <a:ext cx="1409052" cy="7359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15A5E5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清洗指尖和手腕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25597" y="4262707"/>
                <a:ext cx="1409052" cy="10522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1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特别注意清洁指尖、指缝和手腕部位，不留卫生死角。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8184173" y="2942416"/>
              <a:ext cx="1453784" cy="2681351"/>
              <a:chOff x="8184173" y="2942416"/>
              <a:chExt cx="1453784" cy="2681351"/>
            </a:xfrm>
          </p:grpSpPr>
          <p:sp>
            <p:nvSpPr>
              <p:cNvPr id="30" name="AutoShape 30"/>
              <p:cNvSpPr/>
              <p:nvPr/>
            </p:nvSpPr>
            <p:spPr>
              <a:xfrm>
                <a:off x="8184173" y="2942416"/>
                <a:ext cx="1453784" cy="2681351"/>
              </a:xfrm>
              <a:prstGeom prst="round2DiagRect">
                <a:avLst>
                  <a:gd name="adj1" fmla="val 24200"/>
                  <a:gd name="adj2" fmla="val 0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504543" y="3039995"/>
                <a:ext cx="813044" cy="486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206539" y="3526727"/>
                <a:ext cx="1409052" cy="7359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用流动水冲洗干净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206540" y="4262707"/>
                <a:ext cx="1409052" cy="10522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用流动水彻底冲洗双手，确保所有肥皂残留物被冲掉。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0">
              <a:off x="10065116" y="2942416"/>
              <a:ext cx="1453784" cy="2681351"/>
              <a:chOff x="10065116" y="2942416"/>
              <a:chExt cx="1453784" cy="2681351"/>
            </a:xfrm>
          </p:grpSpPr>
          <p:sp>
            <p:nvSpPr>
              <p:cNvPr id="35" name="AutoShape 35"/>
              <p:cNvSpPr/>
              <p:nvPr/>
            </p:nvSpPr>
            <p:spPr>
              <a:xfrm>
                <a:off x="10065116" y="2942416"/>
                <a:ext cx="1453784" cy="2681351"/>
              </a:xfrm>
              <a:prstGeom prst="round2DiagRect">
                <a:avLst>
                  <a:gd name="adj1" fmla="val 24200"/>
                  <a:gd name="adj2" fmla="val 0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385486" y="3039995"/>
                <a:ext cx="813044" cy="4867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2800" b="1" i="0"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087482" y="3526727"/>
                <a:ext cx="1409052" cy="7359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用纸巾或烘干机干手</a:t>
                </a:r>
                <a:endParaRPr lang="en-US" sz="110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087483" y="4262707"/>
                <a:ext cx="1409052" cy="10522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使用干净的纸巾或烘干机将双手完全干燥，保持卫生。</a:t>
                </a:r>
                <a:endParaRPr lang="en-US" sz="1100"/>
              </a:p>
            </p:txBody>
          </p:sp>
        </p:grpSp>
      </p:grpSp>
      <p:sp>
        <p:nvSpPr>
          <p:cNvPr id="39" name="TextBox 3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正确洗手的步骤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578220"/>
            <a:ext cx="5524500" cy="8833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实施有效的洗手教育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2473389"/>
            <a:ext cx="5524500" cy="22069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实践策略与教育技巧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9cf430a-01b5-4a0f-a093-839453e756a1"/>
          <p:cNvGrpSpPr/>
          <p:nvPr/>
        </p:nvGrpSpPr>
        <p:grpSpPr>
          <a:xfrm rot="0">
            <a:off x="0" y="-13812"/>
            <a:ext cx="12192000" cy="6871812"/>
            <a:chOff x="0" y="-13812"/>
            <a:chExt cx="12192000" cy="6871812"/>
          </a:xfrm>
        </p:grpSpPr>
        <p:sp>
          <p:nvSpPr>
            <p:cNvPr id="3" name="AutoShape 3"/>
            <p:cNvSpPr/>
            <p:nvPr/>
          </p:nvSpPr>
          <p:spPr>
            <a:xfrm>
              <a:off x="0" y="3647526"/>
              <a:ext cx="12192000" cy="3210474"/>
            </a:xfrm>
            <a:prstGeom prst="round2SameRect">
              <a:avLst>
                <a:gd name="adj1" fmla="val 9810"/>
                <a:gd name="adj2" fmla="val 0"/>
              </a:avLst>
            </a:prstGeom>
            <a:solidFill>
              <a:srgbClr val="15A5E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400" y="3647526"/>
              <a:ext cx="10858500" cy="45719"/>
            </a:xfrm>
            <a:prstGeom prst="rect">
              <a:avLst/>
            </a:prstGeom>
            <a:solidFill>
              <a:srgbClr val="15A5E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1593617" y="-13812"/>
              <a:ext cx="598382" cy="454079"/>
            </a:xfrm>
            <a:custGeom>
              <a:avLst/>
              <a:gdLst/>
              <a:ahLst/>
              <a:cxnLst/>
              <a:rect l="l" t="t" r="r" b="b"/>
              <a:pathLst>
                <a:path w="2209800" h="1676896">
                  <a:moveTo>
                    <a:pt x="28253" y="0"/>
                  </a:moveTo>
                  <a:lnTo>
                    <a:pt x="2209800" y="0"/>
                  </a:lnTo>
                  <a:lnTo>
                    <a:pt x="2209800" y="1413838"/>
                  </a:lnTo>
                  <a:lnTo>
                    <a:pt x="2176902" y="1438439"/>
                  </a:lnTo>
                  <a:cubicBezTo>
                    <a:pt x="1954060" y="1588988"/>
                    <a:pt x="1685419" y="1676896"/>
                    <a:pt x="1396247" y="1676896"/>
                  </a:cubicBezTo>
                  <a:cubicBezTo>
                    <a:pt x="625121" y="1676896"/>
                    <a:pt x="0" y="1051775"/>
                    <a:pt x="0" y="280649"/>
                  </a:cubicBezTo>
                  <a:cubicBezTo>
                    <a:pt x="0" y="232454"/>
                    <a:pt x="2442" y="184829"/>
                    <a:pt x="7209" y="137891"/>
                  </a:cubicBezTo>
                  <a:close/>
                </a:path>
              </a:pathLst>
            </a:custGeom>
            <a:solidFill>
              <a:srgbClr val="15A5E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rot="19980000">
              <a:off x="10683085" y="5835882"/>
              <a:ext cx="234268" cy="584393"/>
            </a:xfrm>
            <a:custGeom>
              <a:avLst/>
              <a:gdLst/>
              <a:ahLst/>
              <a:cxnLst/>
              <a:rect l="l" t="t" r="r" b="b"/>
              <a:pathLst>
                <a:path w="297917" h="743168">
                  <a:moveTo>
                    <a:pt x="1976" y="697324"/>
                  </a:moveTo>
                  <a:cubicBezTo>
                    <a:pt x="2077" y="697038"/>
                    <a:pt x="2180" y="696752"/>
                    <a:pt x="2289" y="696467"/>
                  </a:cubicBezTo>
                  <a:lnTo>
                    <a:pt x="173936" y="249268"/>
                  </a:lnTo>
                  <a:lnTo>
                    <a:pt x="269610" y="0"/>
                  </a:lnTo>
                  <a:lnTo>
                    <a:pt x="297917" y="10031"/>
                  </a:lnTo>
                  <a:lnTo>
                    <a:pt x="215297" y="263924"/>
                  </a:lnTo>
                  <a:lnTo>
                    <a:pt x="67072" y="719423"/>
                  </a:lnTo>
                  <a:cubicBezTo>
                    <a:pt x="61090" y="737804"/>
                    <a:pt x="41129" y="747641"/>
                    <a:pt x="22904" y="741185"/>
                  </a:cubicBezTo>
                  <a:cubicBezTo>
                    <a:pt x="4968" y="734830"/>
                    <a:pt x="-4338" y="715148"/>
                    <a:pt x="1976" y="697324"/>
                  </a:cubicBezTo>
                  <a:close/>
                </a:path>
              </a:pathLst>
            </a:custGeom>
            <a:solidFill>
              <a:srgbClr val="EB384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rot="19980000">
              <a:off x="10729587" y="5825055"/>
              <a:ext cx="97493" cy="207537"/>
            </a:xfrm>
            <a:custGeom>
              <a:avLst/>
              <a:gdLst/>
              <a:ahLst/>
              <a:cxnLst/>
              <a:rect l="l" t="t" r="r" b="b"/>
              <a:pathLst>
                <a:path w="123981" h="263923">
                  <a:moveTo>
                    <a:pt x="0" y="249268"/>
                  </a:moveTo>
                  <a:lnTo>
                    <a:pt x="95674" y="0"/>
                  </a:lnTo>
                  <a:lnTo>
                    <a:pt x="123981" y="10031"/>
                  </a:lnTo>
                  <a:lnTo>
                    <a:pt x="41361" y="263924"/>
                  </a:lnTo>
                  <a:close/>
                </a:path>
              </a:pathLst>
            </a:custGeom>
            <a:solidFill>
              <a:srgbClr val="FFC93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rot="19980000">
              <a:off x="10686129" y="5620919"/>
              <a:ext cx="117362" cy="207837"/>
            </a:xfrm>
            <a:custGeom>
              <a:avLst/>
              <a:gdLst/>
              <a:ahLst/>
              <a:cxnLst/>
              <a:rect l="l" t="t" r="r" b="b"/>
              <a:pathLst>
                <a:path w="149248" h="264305">
                  <a:moveTo>
                    <a:pt x="141030" y="195092"/>
                  </a:moveTo>
                  <a:cubicBezTo>
                    <a:pt x="124996" y="241002"/>
                    <a:pt x="83963" y="275473"/>
                    <a:pt x="42259" y="260938"/>
                  </a:cubicBezTo>
                  <a:cubicBezTo>
                    <a:pt x="-17102" y="240247"/>
                    <a:pt x="-13892" y="151468"/>
                    <a:pt x="51682" y="102251"/>
                  </a:cubicBezTo>
                  <a:cubicBezTo>
                    <a:pt x="100730" y="65439"/>
                    <a:pt x="111669" y="0"/>
                    <a:pt x="111669" y="0"/>
                  </a:cubicBezTo>
                  <a:cubicBezTo>
                    <a:pt x="111669" y="0"/>
                    <a:pt x="170385" y="111047"/>
                    <a:pt x="141030" y="195092"/>
                  </a:cubicBezTo>
                  <a:close/>
                </a:path>
              </a:pathLst>
            </a:custGeom>
            <a:solidFill>
              <a:srgbClr val="60380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rot="8820000">
              <a:off x="10615157" y="5871744"/>
              <a:ext cx="55112" cy="459930"/>
            </a:xfrm>
            <a:custGeom>
              <a:avLst/>
              <a:gdLst/>
              <a:ahLst/>
              <a:cxnLst/>
              <a:rect l="l" t="t" r="r" b="b"/>
              <a:pathLst>
                <a:path w="70085" h="584889">
                  <a:moveTo>
                    <a:pt x="0" y="0"/>
                  </a:moveTo>
                  <a:lnTo>
                    <a:pt x="70085" y="0"/>
                  </a:lnTo>
                  <a:lnTo>
                    <a:pt x="70085" y="584890"/>
                  </a:lnTo>
                  <a:lnTo>
                    <a:pt x="0" y="584890"/>
                  </a:lnTo>
                  <a:close/>
                </a:path>
              </a:pathLst>
            </a:custGeom>
            <a:solidFill>
              <a:srgbClr val="F9B826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rot="8820000">
              <a:off x="10632853" y="5871943"/>
              <a:ext cx="19263" cy="459928"/>
            </a:xfrm>
            <a:custGeom>
              <a:avLst/>
              <a:gdLst/>
              <a:ahLst/>
              <a:cxnLst/>
              <a:rect l="l" t="t" r="r" b="b"/>
              <a:pathLst>
                <a:path w="24496" h="584887">
                  <a:moveTo>
                    <a:pt x="0" y="0"/>
                  </a:moveTo>
                  <a:lnTo>
                    <a:pt x="24496" y="0"/>
                  </a:lnTo>
                  <a:lnTo>
                    <a:pt x="24496" y="584888"/>
                  </a:lnTo>
                  <a:lnTo>
                    <a:pt x="0" y="584888"/>
                  </a:lnTo>
                  <a:close/>
                </a:path>
              </a:pathLst>
            </a:custGeom>
            <a:solidFill>
              <a:srgbClr val="FFC93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rot="19980000">
              <a:off x="10787387" y="6344123"/>
              <a:ext cx="58579" cy="68187"/>
            </a:xfrm>
            <a:custGeom>
              <a:avLst/>
              <a:gdLst/>
              <a:ahLst/>
              <a:cxnLst/>
              <a:rect l="l" t="t" r="r" b="b"/>
              <a:pathLst>
                <a:path w="74494" h="86713">
                  <a:moveTo>
                    <a:pt x="0" y="7587"/>
                  </a:moveTo>
                  <a:lnTo>
                    <a:pt x="69675" y="0"/>
                  </a:lnTo>
                  <a:lnTo>
                    <a:pt x="74203" y="41570"/>
                  </a:lnTo>
                  <a:cubicBezTo>
                    <a:pt x="76679" y="64309"/>
                    <a:pt x="63092" y="84440"/>
                    <a:pt x="43850" y="86536"/>
                  </a:cubicBezTo>
                  <a:lnTo>
                    <a:pt x="43850" y="86536"/>
                  </a:lnTo>
                  <a:cubicBezTo>
                    <a:pt x="24609" y="88633"/>
                    <a:pt x="7006" y="71897"/>
                    <a:pt x="4528" y="49158"/>
                  </a:cubicBezTo>
                  <a:lnTo>
                    <a:pt x="0" y="7587"/>
                  </a:lnTo>
                  <a:close/>
                </a:path>
              </a:pathLst>
            </a:custGeom>
            <a:solidFill>
              <a:srgbClr val="ED292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rot="19980000">
              <a:off x="10467907" y="5801492"/>
              <a:ext cx="54787" cy="114428"/>
            </a:xfrm>
            <a:custGeom>
              <a:avLst/>
              <a:gdLst/>
              <a:ahLst/>
              <a:cxnLst/>
              <a:rect l="l" t="t" r="r" b="b"/>
              <a:pathLst>
                <a:path w="69672" h="145517">
                  <a:moveTo>
                    <a:pt x="0" y="145518"/>
                  </a:moveTo>
                  <a:lnTo>
                    <a:pt x="15414" y="29908"/>
                  </a:lnTo>
                  <a:lnTo>
                    <a:pt x="19401" y="0"/>
                  </a:lnTo>
                  <a:lnTo>
                    <a:pt x="29734" y="28348"/>
                  </a:lnTo>
                  <a:lnTo>
                    <a:pt x="69673" y="137928"/>
                  </a:lnTo>
                  <a:close/>
                </a:path>
              </a:pathLst>
            </a:custGeom>
            <a:solidFill>
              <a:srgbClr val="FFE78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rot="19980000">
              <a:off x="10460939" y="5810427"/>
              <a:ext cx="11260" cy="23517"/>
            </a:xfrm>
            <a:custGeom>
              <a:avLst/>
              <a:gdLst/>
              <a:ahLst/>
              <a:cxnLst/>
              <a:rect l="l" t="t" r="r" b="b"/>
              <a:pathLst>
                <a:path w="14319" h="29907">
                  <a:moveTo>
                    <a:pt x="0" y="29908"/>
                  </a:moveTo>
                  <a:lnTo>
                    <a:pt x="3987" y="0"/>
                  </a:lnTo>
                  <a:lnTo>
                    <a:pt x="14320" y="28348"/>
                  </a:lnTo>
                  <a:close/>
                </a:path>
              </a:pathLst>
            </a:custGeom>
            <a:solidFill>
              <a:srgbClr val="60380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 rot="8820000">
              <a:off x="10756141" y="6290687"/>
              <a:ext cx="55112" cy="65850"/>
            </a:xfrm>
            <a:custGeom>
              <a:avLst/>
              <a:gdLst/>
              <a:ahLst/>
              <a:cxnLst/>
              <a:rect l="l" t="t" r="r" b="b"/>
              <a:pathLst>
                <a:path w="70085" h="83741">
                  <a:moveTo>
                    <a:pt x="0" y="0"/>
                  </a:moveTo>
                  <a:lnTo>
                    <a:pt x="70085" y="0"/>
                  </a:lnTo>
                  <a:lnTo>
                    <a:pt x="70085" y="83742"/>
                  </a:lnTo>
                  <a:lnTo>
                    <a:pt x="0" y="83742"/>
                  </a:lnTo>
                  <a:close/>
                </a:path>
              </a:pathLst>
            </a:custGeom>
            <a:solidFill>
              <a:srgbClr val="E0DFD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 rot="19980000">
              <a:off x="10765799" y="6334870"/>
              <a:ext cx="57126" cy="10732"/>
            </a:xfrm>
            <a:custGeom>
              <a:avLst/>
              <a:gdLst/>
              <a:ahLst/>
              <a:cxnLst/>
              <a:rect l="l" t="t" r="r" b="b"/>
              <a:pathLst>
                <a:path w="72646" h="13648">
                  <a:moveTo>
                    <a:pt x="2870" y="7229"/>
                  </a:moveTo>
                  <a:lnTo>
                    <a:pt x="69080" y="19"/>
                  </a:lnTo>
                  <a:cubicBezTo>
                    <a:pt x="70847" y="-173"/>
                    <a:pt x="72435" y="1102"/>
                    <a:pt x="72627" y="2869"/>
                  </a:cubicBezTo>
                  <a:cubicBezTo>
                    <a:pt x="72819" y="4637"/>
                    <a:pt x="71544" y="6225"/>
                    <a:pt x="69777" y="6417"/>
                  </a:cubicBezTo>
                  <a:lnTo>
                    <a:pt x="3567" y="13630"/>
                  </a:lnTo>
                  <a:cubicBezTo>
                    <a:pt x="1800" y="13822"/>
                    <a:pt x="214" y="12546"/>
                    <a:pt x="20" y="10779"/>
                  </a:cubicBezTo>
                  <a:cubicBezTo>
                    <a:pt x="-175" y="9012"/>
                    <a:pt x="1103" y="7421"/>
                    <a:pt x="2870" y="7229"/>
                  </a:cubicBezTo>
                  <a:close/>
                </a:path>
              </a:pathLst>
            </a:custGeom>
            <a:solidFill>
              <a:srgbClr val="C9C9C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 rot="19980000">
              <a:off x="10745444" y="6302837"/>
              <a:ext cx="57126" cy="10731"/>
            </a:xfrm>
            <a:custGeom>
              <a:avLst/>
              <a:gdLst/>
              <a:ahLst/>
              <a:cxnLst/>
              <a:rect l="l" t="t" r="r" b="b"/>
              <a:pathLst>
                <a:path w="72646" h="13646">
                  <a:moveTo>
                    <a:pt x="2870" y="7229"/>
                  </a:moveTo>
                  <a:lnTo>
                    <a:pt x="69079" y="19"/>
                  </a:lnTo>
                  <a:cubicBezTo>
                    <a:pt x="70847" y="-173"/>
                    <a:pt x="72435" y="1102"/>
                    <a:pt x="72627" y="2869"/>
                  </a:cubicBezTo>
                  <a:cubicBezTo>
                    <a:pt x="72819" y="4637"/>
                    <a:pt x="71544" y="6225"/>
                    <a:pt x="69777" y="6417"/>
                  </a:cubicBezTo>
                  <a:lnTo>
                    <a:pt x="3567" y="13627"/>
                  </a:lnTo>
                  <a:cubicBezTo>
                    <a:pt x="1800" y="13819"/>
                    <a:pt x="213" y="12544"/>
                    <a:pt x="19" y="10777"/>
                  </a:cubicBezTo>
                  <a:cubicBezTo>
                    <a:pt x="-173" y="9010"/>
                    <a:pt x="1103" y="7421"/>
                    <a:pt x="2870" y="7229"/>
                  </a:cubicBezTo>
                  <a:close/>
                </a:path>
              </a:pathLst>
            </a:custGeom>
            <a:solidFill>
              <a:srgbClr val="C9C9C9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 rot="19980000">
              <a:off x="10266996" y="5871316"/>
              <a:ext cx="57131" cy="108084"/>
            </a:xfrm>
            <a:custGeom>
              <a:avLst/>
              <a:gdLst/>
              <a:ahLst/>
              <a:cxnLst/>
              <a:rect l="l" t="t" r="r" b="b"/>
              <a:pathLst>
                <a:path w="72653" h="137450">
                  <a:moveTo>
                    <a:pt x="56835" y="136490"/>
                  </a:moveTo>
                  <a:lnTo>
                    <a:pt x="56835" y="136490"/>
                  </a:lnTo>
                  <a:cubicBezTo>
                    <a:pt x="45069" y="140052"/>
                    <a:pt x="32642" y="133400"/>
                    <a:pt x="29081" y="121631"/>
                  </a:cubicBezTo>
                  <a:lnTo>
                    <a:pt x="961" y="28715"/>
                  </a:lnTo>
                  <a:cubicBezTo>
                    <a:pt x="-2601" y="16949"/>
                    <a:pt x="4051" y="4522"/>
                    <a:pt x="15820" y="960"/>
                  </a:cubicBezTo>
                  <a:lnTo>
                    <a:pt x="15820" y="960"/>
                  </a:lnTo>
                  <a:cubicBezTo>
                    <a:pt x="27586" y="-2601"/>
                    <a:pt x="40012" y="4051"/>
                    <a:pt x="43574" y="15819"/>
                  </a:cubicBezTo>
                  <a:lnTo>
                    <a:pt x="71694" y="108736"/>
                  </a:lnTo>
                  <a:cubicBezTo>
                    <a:pt x="75253" y="120504"/>
                    <a:pt x="68601" y="132931"/>
                    <a:pt x="56835" y="136490"/>
                  </a:cubicBezTo>
                  <a:close/>
                </a:path>
              </a:pathLst>
            </a:custGeom>
            <a:solidFill>
              <a:srgbClr val="FFC93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 rot="19980000">
              <a:off x="10352220" y="5879230"/>
              <a:ext cx="182431" cy="419842"/>
            </a:xfrm>
            <a:custGeom>
              <a:avLst/>
              <a:gdLst/>
              <a:ahLst/>
              <a:cxnLst/>
              <a:rect l="l" t="t" r="r" b="b"/>
              <a:pathLst>
                <a:path w="231996" h="533909">
                  <a:moveTo>
                    <a:pt x="231996" y="512060"/>
                  </a:moveTo>
                  <a:lnTo>
                    <a:pt x="159793" y="533909"/>
                  </a:lnTo>
                  <a:lnTo>
                    <a:pt x="130" y="6312"/>
                  </a:lnTo>
                  <a:cubicBezTo>
                    <a:pt x="-826" y="3158"/>
                    <a:pt x="3668" y="-347"/>
                    <a:pt x="8190" y="28"/>
                  </a:cubicBezTo>
                  <a:lnTo>
                    <a:pt x="78816" y="5884"/>
                  </a:lnTo>
                  <a:lnTo>
                    <a:pt x="231996" y="512060"/>
                  </a:lnTo>
                  <a:close/>
                </a:path>
              </a:pathLst>
            </a:custGeom>
            <a:solidFill>
              <a:srgbClr val="08579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 rot="18960000">
              <a:off x="10631102" y="6213161"/>
              <a:ext cx="59319" cy="211508"/>
            </a:xfrm>
            <a:custGeom>
              <a:avLst/>
              <a:gdLst/>
              <a:ahLst/>
              <a:cxnLst/>
              <a:rect l="l" t="t" r="r" b="b"/>
              <a:pathLst>
                <a:path w="75436" h="268973">
                  <a:moveTo>
                    <a:pt x="0" y="0"/>
                  </a:moveTo>
                  <a:lnTo>
                    <a:pt x="75437" y="0"/>
                  </a:lnTo>
                  <a:lnTo>
                    <a:pt x="75437" y="268973"/>
                  </a:lnTo>
                  <a:lnTo>
                    <a:pt x="0" y="268973"/>
                  </a:lnTo>
                  <a:close/>
                </a:path>
              </a:pathLst>
            </a:custGeom>
            <a:solidFill>
              <a:srgbClr val="FFC93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 rot="19980000">
              <a:off x="10725328" y="6382585"/>
              <a:ext cx="59372" cy="110978"/>
            </a:xfrm>
            <a:custGeom>
              <a:avLst/>
              <a:gdLst/>
              <a:ahLst/>
              <a:cxnLst/>
              <a:rect l="l" t="t" r="r" b="b"/>
              <a:pathLst>
                <a:path w="75503" h="141130">
                  <a:moveTo>
                    <a:pt x="72203" y="0"/>
                  </a:moveTo>
                  <a:lnTo>
                    <a:pt x="74823" y="112131"/>
                  </a:lnTo>
                  <a:lnTo>
                    <a:pt x="75504" y="141131"/>
                  </a:lnTo>
                  <a:lnTo>
                    <a:pt x="59991" y="116621"/>
                  </a:lnTo>
                  <a:lnTo>
                    <a:pt x="0" y="21852"/>
                  </a:lnTo>
                  <a:close/>
                </a:path>
              </a:pathLst>
            </a:custGeom>
            <a:solidFill>
              <a:srgbClr val="08579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 rot="19980000">
              <a:off x="10357774" y="5901637"/>
              <a:ext cx="86437" cy="188164"/>
            </a:xfrm>
            <a:custGeom>
              <a:avLst/>
              <a:gdLst/>
              <a:ahLst/>
              <a:cxnLst/>
              <a:rect l="l" t="t" r="r" b="b"/>
              <a:pathLst>
                <a:path w="109922" h="239287">
                  <a:moveTo>
                    <a:pt x="20477" y="2926"/>
                  </a:moveTo>
                  <a:cubicBezTo>
                    <a:pt x="86517" y="57390"/>
                    <a:pt x="135371" y="152076"/>
                    <a:pt x="95588" y="235657"/>
                  </a:cubicBezTo>
                  <a:cubicBezTo>
                    <a:pt x="92600" y="242826"/>
                    <a:pt x="81289" y="238361"/>
                    <a:pt x="84115" y="231062"/>
                  </a:cubicBezTo>
                  <a:cubicBezTo>
                    <a:pt x="88199" y="220467"/>
                    <a:pt x="91240" y="209487"/>
                    <a:pt x="92932" y="198260"/>
                  </a:cubicBezTo>
                  <a:cubicBezTo>
                    <a:pt x="103415" y="129157"/>
                    <a:pt x="58822" y="64914"/>
                    <a:pt x="6617" y="24046"/>
                  </a:cubicBezTo>
                  <a:cubicBezTo>
                    <a:pt x="-8981" y="15035"/>
                    <a:pt x="6022" y="-8122"/>
                    <a:pt x="20477" y="2926"/>
                  </a:cubicBezTo>
                  <a:close/>
                </a:path>
              </a:pathLst>
            </a:custGeom>
            <a:solidFill>
              <a:srgbClr val="08579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 rot="19980000">
              <a:off x="10789552" y="6455805"/>
              <a:ext cx="12198" cy="22804"/>
            </a:xfrm>
            <a:custGeom>
              <a:avLst/>
              <a:gdLst/>
              <a:ahLst/>
              <a:cxnLst/>
              <a:rect l="l" t="t" r="r" b="b"/>
              <a:pathLst>
                <a:path w="15512" h="29000">
                  <a:moveTo>
                    <a:pt x="14832" y="0"/>
                  </a:moveTo>
                  <a:lnTo>
                    <a:pt x="15513" y="29000"/>
                  </a:lnTo>
                  <a:lnTo>
                    <a:pt x="0" y="4490"/>
                  </a:lnTo>
                  <a:close/>
                </a:path>
              </a:pathLst>
            </a:custGeom>
            <a:solidFill>
              <a:srgbClr val="60380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 rot="19980000">
              <a:off x="10660086" y="6205608"/>
              <a:ext cx="373203" cy="557939"/>
            </a:xfrm>
            <a:custGeom>
              <a:avLst/>
              <a:gdLst/>
              <a:ahLst/>
              <a:cxnLst/>
              <a:rect l="l" t="t" r="r" b="b"/>
              <a:pathLst>
                <a:path w="474600" h="709526">
                  <a:moveTo>
                    <a:pt x="474553" y="33682"/>
                  </a:moveTo>
                  <a:lnTo>
                    <a:pt x="468560" y="143954"/>
                  </a:lnTo>
                  <a:lnTo>
                    <a:pt x="462255" y="259640"/>
                  </a:lnTo>
                  <a:lnTo>
                    <a:pt x="442094" y="630575"/>
                  </a:lnTo>
                  <a:cubicBezTo>
                    <a:pt x="439690" y="674862"/>
                    <a:pt x="403088" y="709527"/>
                    <a:pt x="358756" y="709527"/>
                  </a:cubicBezTo>
                  <a:lnTo>
                    <a:pt x="115846" y="709527"/>
                  </a:lnTo>
                  <a:cubicBezTo>
                    <a:pt x="103371" y="709527"/>
                    <a:pt x="91498" y="706785"/>
                    <a:pt x="80827" y="701862"/>
                  </a:cubicBezTo>
                  <a:cubicBezTo>
                    <a:pt x="53605" y="689252"/>
                    <a:pt x="34224" y="662387"/>
                    <a:pt x="32485" y="630575"/>
                  </a:cubicBezTo>
                  <a:lnTo>
                    <a:pt x="12324" y="259640"/>
                  </a:lnTo>
                  <a:lnTo>
                    <a:pt x="6019" y="143954"/>
                  </a:lnTo>
                  <a:lnTo>
                    <a:pt x="49" y="33682"/>
                  </a:lnTo>
                  <a:cubicBezTo>
                    <a:pt x="-953" y="15371"/>
                    <a:pt x="13613" y="0"/>
                    <a:pt x="31949" y="0"/>
                  </a:cubicBezTo>
                  <a:lnTo>
                    <a:pt x="442627" y="0"/>
                  </a:lnTo>
                  <a:cubicBezTo>
                    <a:pt x="460966" y="0"/>
                    <a:pt x="475534" y="15371"/>
                    <a:pt x="474553" y="33682"/>
                  </a:cubicBezTo>
                  <a:close/>
                </a:path>
              </a:pathLst>
            </a:custGeom>
            <a:solidFill>
              <a:srgbClr val="99DAD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 rot="19980000">
              <a:off x="10747196" y="6185326"/>
              <a:ext cx="281370" cy="557937"/>
            </a:xfrm>
            <a:custGeom>
              <a:avLst/>
              <a:gdLst/>
              <a:ahLst/>
              <a:cxnLst/>
              <a:rect l="l" t="t" r="r" b="b"/>
              <a:pathLst>
                <a:path w="357816" h="709524">
                  <a:moveTo>
                    <a:pt x="357770" y="33680"/>
                  </a:moveTo>
                  <a:lnTo>
                    <a:pt x="351777" y="143952"/>
                  </a:lnTo>
                  <a:lnTo>
                    <a:pt x="345472" y="259637"/>
                  </a:lnTo>
                  <a:lnTo>
                    <a:pt x="325311" y="630573"/>
                  </a:lnTo>
                  <a:cubicBezTo>
                    <a:pt x="322906" y="674859"/>
                    <a:pt x="286305" y="709525"/>
                    <a:pt x="241973" y="709525"/>
                  </a:cubicBezTo>
                  <a:lnTo>
                    <a:pt x="0" y="709525"/>
                  </a:lnTo>
                  <a:cubicBezTo>
                    <a:pt x="123949" y="619657"/>
                    <a:pt x="246207" y="146805"/>
                    <a:pt x="281649" y="0"/>
                  </a:cubicBezTo>
                  <a:lnTo>
                    <a:pt x="325847" y="0"/>
                  </a:lnTo>
                  <a:cubicBezTo>
                    <a:pt x="344183" y="-2"/>
                    <a:pt x="358751" y="15369"/>
                    <a:pt x="357770" y="33680"/>
                  </a:cubicBezTo>
                  <a:close/>
                </a:path>
              </a:pathLst>
            </a:custGeom>
            <a:solidFill>
              <a:srgbClr val="79CACC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 rot="19980000">
              <a:off x="10611685" y="6331183"/>
              <a:ext cx="363719" cy="90969"/>
            </a:xfrm>
            <a:custGeom>
              <a:avLst/>
              <a:gdLst/>
              <a:ahLst/>
              <a:cxnLst/>
              <a:rect l="l" t="t" r="r" b="b"/>
              <a:pathLst>
                <a:path w="462539" h="115685">
                  <a:moveTo>
                    <a:pt x="462540" y="0"/>
                  </a:moveTo>
                  <a:lnTo>
                    <a:pt x="456235" y="115686"/>
                  </a:lnTo>
                  <a:lnTo>
                    <a:pt x="6304" y="1156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93E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 rot="19980000">
              <a:off x="10851960" y="6275234"/>
              <a:ext cx="110417" cy="90969"/>
            </a:xfrm>
            <a:custGeom>
              <a:avLst/>
              <a:gdLst/>
              <a:ahLst/>
              <a:cxnLst/>
              <a:rect l="l" t="t" r="r" b="b"/>
              <a:pathLst>
                <a:path w="140417" h="115685">
                  <a:moveTo>
                    <a:pt x="0" y="115686"/>
                  </a:moveTo>
                  <a:lnTo>
                    <a:pt x="134113" y="115686"/>
                  </a:lnTo>
                  <a:lnTo>
                    <a:pt x="140418" y="0"/>
                  </a:lnTo>
                  <a:lnTo>
                    <a:pt x="33216" y="0"/>
                  </a:lnTo>
                  <a:cubicBezTo>
                    <a:pt x="23367" y="36039"/>
                    <a:pt x="12221" y="75233"/>
                    <a:pt x="0" y="115686"/>
                  </a:cubicBezTo>
                  <a:close/>
                </a:path>
              </a:pathLst>
            </a:custGeom>
            <a:solidFill>
              <a:srgbClr val="F9B826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 flipH="1">
              <a:off x="11092135" y="5545667"/>
              <a:ext cx="1069767" cy="1271426"/>
            </a:xfrm>
            <a:custGeom>
              <a:avLst/>
              <a:gdLst/>
              <a:ahLst/>
              <a:cxnLst/>
              <a:rect l="l" t="t" r="r" b="b"/>
              <a:pathLst>
                <a:path w="230631" h="274107">
                  <a:moveTo>
                    <a:pt x="2904" y="6569"/>
                  </a:moveTo>
                  <a:cubicBezTo>
                    <a:pt x="-1540" y="6011"/>
                    <a:pt x="-542" y="-482"/>
                    <a:pt x="3589" y="29"/>
                  </a:cubicBezTo>
                  <a:lnTo>
                    <a:pt x="10140" y="751"/>
                  </a:lnTo>
                  <a:cubicBezTo>
                    <a:pt x="14539" y="1300"/>
                    <a:pt x="13604" y="7791"/>
                    <a:pt x="9406" y="7265"/>
                  </a:cubicBezTo>
                  <a:lnTo>
                    <a:pt x="2904" y="6569"/>
                  </a:lnTo>
                  <a:lnTo>
                    <a:pt x="2904" y="6569"/>
                  </a:lnTo>
                  <a:close/>
                  <a:moveTo>
                    <a:pt x="227335" y="267533"/>
                  </a:moveTo>
                  <a:cubicBezTo>
                    <a:pt x="230256" y="267533"/>
                    <a:pt x="231698" y="271103"/>
                    <a:pt x="229719" y="273083"/>
                  </a:cubicBezTo>
                  <a:cubicBezTo>
                    <a:pt x="229242" y="273664"/>
                    <a:pt x="228252" y="274108"/>
                    <a:pt x="227335" y="274108"/>
                  </a:cubicBezTo>
                  <a:lnTo>
                    <a:pt x="223100" y="274084"/>
                  </a:lnTo>
                  <a:cubicBezTo>
                    <a:pt x="218839" y="274084"/>
                    <a:pt x="218749" y="267521"/>
                    <a:pt x="223167" y="267521"/>
                  </a:cubicBezTo>
                  <a:lnTo>
                    <a:pt x="227335" y="267533"/>
                  </a:lnTo>
                  <a:lnTo>
                    <a:pt x="227335" y="267533"/>
                  </a:lnTo>
                  <a:close/>
                  <a:moveTo>
                    <a:pt x="203622" y="266941"/>
                  </a:moveTo>
                  <a:cubicBezTo>
                    <a:pt x="207497" y="266941"/>
                    <a:pt x="208043" y="273504"/>
                    <a:pt x="203262" y="273504"/>
                  </a:cubicBezTo>
                  <a:lnTo>
                    <a:pt x="196643" y="273083"/>
                  </a:lnTo>
                  <a:cubicBezTo>
                    <a:pt x="191944" y="272488"/>
                    <a:pt x="193244" y="266044"/>
                    <a:pt x="197131" y="266531"/>
                  </a:cubicBezTo>
                  <a:lnTo>
                    <a:pt x="203622" y="266941"/>
                  </a:lnTo>
                  <a:lnTo>
                    <a:pt x="203622" y="266941"/>
                  </a:lnTo>
                  <a:close/>
                  <a:moveTo>
                    <a:pt x="177807" y="264485"/>
                  </a:moveTo>
                  <a:cubicBezTo>
                    <a:pt x="181880" y="264996"/>
                    <a:pt x="181308" y="271536"/>
                    <a:pt x="176817" y="270976"/>
                  </a:cubicBezTo>
                  <a:lnTo>
                    <a:pt x="177807" y="264485"/>
                  </a:lnTo>
                  <a:lnTo>
                    <a:pt x="177807" y="264485"/>
                  </a:lnTo>
                  <a:close/>
                  <a:moveTo>
                    <a:pt x="152709" y="258958"/>
                  </a:moveTo>
                  <a:cubicBezTo>
                    <a:pt x="156642" y="260438"/>
                    <a:pt x="155083" y="266299"/>
                    <a:pt x="150662" y="265193"/>
                  </a:cubicBezTo>
                  <a:cubicBezTo>
                    <a:pt x="148523" y="264508"/>
                    <a:pt x="146404" y="263750"/>
                    <a:pt x="144288" y="262926"/>
                  </a:cubicBezTo>
                  <a:cubicBezTo>
                    <a:pt x="140284" y="261216"/>
                    <a:pt x="142668" y="255318"/>
                    <a:pt x="146731" y="256827"/>
                  </a:cubicBezTo>
                  <a:cubicBezTo>
                    <a:pt x="148685" y="257619"/>
                    <a:pt x="150709" y="258307"/>
                    <a:pt x="152709" y="258958"/>
                  </a:cubicBezTo>
                  <a:lnTo>
                    <a:pt x="152709" y="258958"/>
                  </a:lnTo>
                  <a:close/>
                  <a:moveTo>
                    <a:pt x="130441" y="247753"/>
                  </a:moveTo>
                  <a:cubicBezTo>
                    <a:pt x="133863" y="250589"/>
                    <a:pt x="129544" y="255547"/>
                    <a:pt x="126321" y="252850"/>
                  </a:cubicBezTo>
                  <a:cubicBezTo>
                    <a:pt x="124458" y="251338"/>
                    <a:pt x="122760" y="249753"/>
                    <a:pt x="121158" y="247973"/>
                  </a:cubicBezTo>
                  <a:cubicBezTo>
                    <a:pt x="118226" y="244472"/>
                    <a:pt x="123448" y="240481"/>
                    <a:pt x="126066" y="243633"/>
                  </a:cubicBezTo>
                  <a:cubicBezTo>
                    <a:pt x="127428" y="245137"/>
                    <a:pt x="128882" y="246461"/>
                    <a:pt x="130441" y="247753"/>
                  </a:cubicBezTo>
                  <a:lnTo>
                    <a:pt x="130441" y="247753"/>
                  </a:lnTo>
                  <a:close/>
                  <a:moveTo>
                    <a:pt x="118156" y="227848"/>
                  </a:moveTo>
                  <a:cubicBezTo>
                    <a:pt x="118748" y="232524"/>
                    <a:pt x="112173" y="232884"/>
                    <a:pt x="111685" y="228965"/>
                  </a:cubicBezTo>
                  <a:cubicBezTo>
                    <a:pt x="111264" y="226617"/>
                    <a:pt x="111012" y="224344"/>
                    <a:pt x="110916" y="221972"/>
                  </a:cubicBezTo>
                  <a:cubicBezTo>
                    <a:pt x="110916" y="217432"/>
                    <a:pt x="117491" y="217679"/>
                    <a:pt x="117491" y="221810"/>
                  </a:cubicBezTo>
                  <a:cubicBezTo>
                    <a:pt x="117552" y="223856"/>
                    <a:pt x="117796" y="225836"/>
                    <a:pt x="118156" y="227848"/>
                  </a:cubicBezTo>
                  <a:lnTo>
                    <a:pt x="118156" y="227848"/>
                  </a:lnTo>
                  <a:close/>
                  <a:moveTo>
                    <a:pt x="119924" y="203298"/>
                  </a:moveTo>
                  <a:cubicBezTo>
                    <a:pt x="118922" y="207301"/>
                    <a:pt x="112498" y="205937"/>
                    <a:pt x="113592" y="201562"/>
                  </a:cubicBezTo>
                  <a:cubicBezTo>
                    <a:pt x="114173" y="199411"/>
                    <a:pt x="114803" y="197188"/>
                    <a:pt x="115538" y="195083"/>
                  </a:cubicBezTo>
                  <a:cubicBezTo>
                    <a:pt x="117154" y="190790"/>
                    <a:pt x="123181" y="193385"/>
                    <a:pt x="121762" y="197188"/>
                  </a:cubicBezTo>
                  <a:cubicBezTo>
                    <a:pt x="121076" y="199191"/>
                    <a:pt x="120472" y="201249"/>
                    <a:pt x="119924" y="203298"/>
                  </a:cubicBezTo>
                  <a:lnTo>
                    <a:pt x="119924" y="203298"/>
                  </a:lnTo>
                  <a:close/>
                  <a:moveTo>
                    <a:pt x="128975" y="179248"/>
                  </a:moveTo>
                  <a:cubicBezTo>
                    <a:pt x="127355" y="183030"/>
                    <a:pt x="121224" y="180679"/>
                    <a:pt x="123015" y="176505"/>
                  </a:cubicBezTo>
                  <a:cubicBezTo>
                    <a:pt x="123935" y="174505"/>
                    <a:pt x="124879" y="172479"/>
                    <a:pt x="125857" y="170502"/>
                  </a:cubicBezTo>
                  <a:cubicBezTo>
                    <a:pt x="128278" y="166290"/>
                    <a:pt x="133654" y="170081"/>
                    <a:pt x="131767" y="173387"/>
                  </a:cubicBezTo>
                  <a:cubicBezTo>
                    <a:pt x="130812" y="175326"/>
                    <a:pt x="129883" y="177294"/>
                    <a:pt x="128975" y="179248"/>
                  </a:cubicBezTo>
                  <a:lnTo>
                    <a:pt x="128975" y="179248"/>
                  </a:lnTo>
                  <a:close/>
                  <a:moveTo>
                    <a:pt x="140702" y="155956"/>
                  </a:moveTo>
                  <a:cubicBezTo>
                    <a:pt x="138421" y="159933"/>
                    <a:pt x="132885" y="156409"/>
                    <a:pt x="134897" y="152884"/>
                  </a:cubicBezTo>
                  <a:lnTo>
                    <a:pt x="137980" y="147079"/>
                  </a:lnTo>
                  <a:cubicBezTo>
                    <a:pt x="140250" y="143102"/>
                    <a:pt x="145797" y="146614"/>
                    <a:pt x="143774" y="150161"/>
                  </a:cubicBezTo>
                  <a:cubicBezTo>
                    <a:pt x="142729" y="152048"/>
                    <a:pt x="141704" y="154037"/>
                    <a:pt x="140702" y="155956"/>
                  </a:cubicBezTo>
                  <a:lnTo>
                    <a:pt x="140702" y="155956"/>
                  </a:lnTo>
                  <a:close/>
                  <a:moveTo>
                    <a:pt x="152918" y="132628"/>
                  </a:moveTo>
                  <a:cubicBezTo>
                    <a:pt x="150546" y="136782"/>
                    <a:pt x="145132" y="133058"/>
                    <a:pt x="147054" y="129696"/>
                  </a:cubicBezTo>
                  <a:lnTo>
                    <a:pt x="149913" y="123841"/>
                  </a:lnTo>
                  <a:cubicBezTo>
                    <a:pt x="152160" y="119922"/>
                    <a:pt x="157510" y="122785"/>
                    <a:pt x="155847" y="126683"/>
                  </a:cubicBezTo>
                  <a:lnTo>
                    <a:pt x="152918" y="132628"/>
                  </a:lnTo>
                  <a:lnTo>
                    <a:pt x="152918" y="132628"/>
                  </a:lnTo>
                  <a:close/>
                  <a:moveTo>
                    <a:pt x="163577" y="108114"/>
                  </a:moveTo>
                  <a:cubicBezTo>
                    <a:pt x="162108" y="112050"/>
                    <a:pt x="156247" y="110479"/>
                    <a:pt x="157341" y="106079"/>
                  </a:cubicBezTo>
                  <a:cubicBezTo>
                    <a:pt x="158015" y="104044"/>
                    <a:pt x="158610" y="102064"/>
                    <a:pt x="159144" y="100006"/>
                  </a:cubicBezTo>
                  <a:cubicBezTo>
                    <a:pt x="160178" y="95829"/>
                    <a:pt x="166555" y="97388"/>
                    <a:pt x="165507" y="101611"/>
                  </a:cubicBezTo>
                  <a:cubicBezTo>
                    <a:pt x="164938" y="103820"/>
                    <a:pt x="164297" y="105951"/>
                    <a:pt x="163577" y="108114"/>
                  </a:cubicBezTo>
                  <a:lnTo>
                    <a:pt x="163577" y="108114"/>
                  </a:lnTo>
                  <a:close/>
                  <a:moveTo>
                    <a:pt x="166881" y="80864"/>
                  </a:moveTo>
                  <a:cubicBezTo>
                    <a:pt x="167417" y="85158"/>
                    <a:pt x="160900" y="85962"/>
                    <a:pt x="160366" y="81680"/>
                  </a:cubicBezTo>
                  <a:cubicBezTo>
                    <a:pt x="160134" y="79642"/>
                    <a:pt x="159736" y="77608"/>
                    <a:pt x="159248" y="75628"/>
                  </a:cubicBezTo>
                  <a:cubicBezTo>
                    <a:pt x="158178" y="71381"/>
                    <a:pt x="164575" y="69860"/>
                    <a:pt x="165600" y="73999"/>
                  </a:cubicBezTo>
                  <a:cubicBezTo>
                    <a:pt x="166172" y="76258"/>
                    <a:pt x="166601" y="78539"/>
                    <a:pt x="166881" y="80864"/>
                  </a:cubicBezTo>
                  <a:lnTo>
                    <a:pt x="166881" y="80864"/>
                  </a:lnTo>
                  <a:close/>
                  <a:moveTo>
                    <a:pt x="156784" y="55154"/>
                  </a:moveTo>
                  <a:cubicBezTo>
                    <a:pt x="159344" y="58736"/>
                    <a:pt x="153945" y="62472"/>
                    <a:pt x="151478" y="59018"/>
                  </a:cubicBezTo>
                  <a:cubicBezTo>
                    <a:pt x="150256" y="57331"/>
                    <a:pt x="148979" y="55723"/>
                    <a:pt x="147591" y="54164"/>
                  </a:cubicBezTo>
                  <a:cubicBezTo>
                    <a:pt x="144615" y="50593"/>
                    <a:pt x="149896" y="46695"/>
                    <a:pt x="152456" y="49766"/>
                  </a:cubicBezTo>
                  <a:cubicBezTo>
                    <a:pt x="153991" y="51441"/>
                    <a:pt x="155458" y="53316"/>
                    <a:pt x="156784" y="55154"/>
                  </a:cubicBezTo>
                  <a:lnTo>
                    <a:pt x="156784" y="55154"/>
                  </a:lnTo>
                  <a:close/>
                  <a:moveTo>
                    <a:pt x="136955" y="36433"/>
                  </a:moveTo>
                  <a:cubicBezTo>
                    <a:pt x="140342" y="38854"/>
                    <a:pt x="137257" y="44149"/>
                    <a:pt x="133289" y="41879"/>
                  </a:cubicBezTo>
                  <a:cubicBezTo>
                    <a:pt x="131520" y="40695"/>
                    <a:pt x="129727" y="39563"/>
                    <a:pt x="127904" y="38471"/>
                  </a:cubicBezTo>
                  <a:cubicBezTo>
                    <a:pt x="124263" y="36387"/>
                    <a:pt x="127381" y="30604"/>
                    <a:pt x="131254" y="32816"/>
                  </a:cubicBezTo>
                  <a:cubicBezTo>
                    <a:pt x="133190" y="33978"/>
                    <a:pt x="135094" y="35176"/>
                    <a:pt x="136955" y="36433"/>
                  </a:cubicBezTo>
                  <a:lnTo>
                    <a:pt x="136955" y="36433"/>
                  </a:lnTo>
                  <a:close/>
                  <a:moveTo>
                    <a:pt x="113224" y="23847"/>
                  </a:moveTo>
                  <a:cubicBezTo>
                    <a:pt x="117273" y="25568"/>
                    <a:pt x="114609" y="31571"/>
                    <a:pt x="110687" y="29896"/>
                  </a:cubicBezTo>
                  <a:cubicBezTo>
                    <a:pt x="108707" y="29046"/>
                    <a:pt x="106707" y="28268"/>
                    <a:pt x="104704" y="27498"/>
                  </a:cubicBezTo>
                  <a:cubicBezTo>
                    <a:pt x="100678" y="25998"/>
                    <a:pt x="102936" y="19832"/>
                    <a:pt x="107032" y="21370"/>
                  </a:cubicBezTo>
                  <a:cubicBezTo>
                    <a:pt x="109105" y="22160"/>
                    <a:pt x="111174" y="22973"/>
                    <a:pt x="113224" y="23847"/>
                  </a:cubicBezTo>
                  <a:lnTo>
                    <a:pt x="113224" y="23847"/>
                  </a:lnTo>
                  <a:close/>
                  <a:moveTo>
                    <a:pt x="88070" y="15083"/>
                  </a:moveTo>
                  <a:cubicBezTo>
                    <a:pt x="92013" y="16073"/>
                    <a:pt x="90732" y="22520"/>
                    <a:pt x="86277" y="21402"/>
                  </a:cubicBezTo>
                  <a:lnTo>
                    <a:pt x="80007" y="19666"/>
                  </a:lnTo>
                  <a:cubicBezTo>
                    <a:pt x="75910" y="18642"/>
                    <a:pt x="77380" y="12244"/>
                    <a:pt x="81670" y="13312"/>
                  </a:cubicBezTo>
                  <a:lnTo>
                    <a:pt x="88070" y="15083"/>
                  </a:lnTo>
                  <a:lnTo>
                    <a:pt x="88070" y="15083"/>
                  </a:lnTo>
                  <a:close/>
                  <a:moveTo>
                    <a:pt x="62331" y="8789"/>
                  </a:moveTo>
                  <a:cubicBezTo>
                    <a:pt x="66860" y="9930"/>
                    <a:pt x="64868" y="16189"/>
                    <a:pt x="61004" y="15222"/>
                  </a:cubicBezTo>
                  <a:lnTo>
                    <a:pt x="54607" y="13954"/>
                  </a:lnTo>
                  <a:cubicBezTo>
                    <a:pt x="50438" y="12909"/>
                    <a:pt x="51416" y="6949"/>
                    <a:pt x="55841" y="7495"/>
                  </a:cubicBezTo>
                  <a:lnTo>
                    <a:pt x="62331" y="8789"/>
                  </a:lnTo>
                  <a:lnTo>
                    <a:pt x="62331" y="8789"/>
                  </a:lnTo>
                  <a:close/>
                  <a:moveTo>
                    <a:pt x="36295" y="4171"/>
                  </a:moveTo>
                  <a:cubicBezTo>
                    <a:pt x="40389" y="4682"/>
                    <a:pt x="39808" y="11222"/>
                    <a:pt x="35317" y="10662"/>
                  </a:cubicBezTo>
                  <a:lnTo>
                    <a:pt x="28858" y="9718"/>
                  </a:lnTo>
                  <a:cubicBezTo>
                    <a:pt x="24704" y="9207"/>
                    <a:pt x="25346" y="2667"/>
                    <a:pt x="29779" y="3216"/>
                  </a:cubicBezTo>
                  <a:lnTo>
                    <a:pt x="36295" y="41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1827951" y="1164889"/>
              <a:ext cx="364049" cy="2164559"/>
            </a:xfrm>
            <a:custGeom>
              <a:avLst/>
              <a:gdLst/>
              <a:ahLst/>
              <a:cxnLst/>
              <a:rect l="l" t="t" r="r" b="b"/>
              <a:pathLst>
                <a:path w="364049" h="2164559">
                  <a:moveTo>
                    <a:pt x="364049" y="0"/>
                  </a:moveTo>
                  <a:lnTo>
                    <a:pt x="364049" y="2164559"/>
                  </a:lnTo>
                  <a:lnTo>
                    <a:pt x="324136" y="2070517"/>
                  </a:lnTo>
                  <a:cubicBezTo>
                    <a:pt x="121865" y="1559733"/>
                    <a:pt x="-58082" y="766343"/>
                    <a:pt x="17685" y="443792"/>
                  </a:cubicBezTo>
                  <a:cubicBezTo>
                    <a:pt x="47992" y="314772"/>
                    <a:pt x="135016" y="196142"/>
                    <a:pt x="251967" y="88391"/>
                  </a:cubicBezTo>
                  <a:close/>
                </a:path>
              </a:pathLst>
            </a:custGeom>
            <a:solidFill>
              <a:srgbClr val="59A1B2">
                <a:alpha val="6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 rot="19320000">
              <a:off x="1878980" y="6051009"/>
              <a:ext cx="378605" cy="369383"/>
            </a:xfrm>
            <a:custGeom>
              <a:avLst/>
              <a:gdLst/>
              <a:ahLst/>
              <a:cxnLst/>
              <a:rect l="l" t="t" r="r" b="b"/>
              <a:pathLst>
                <a:path w="835235" h="814891">
                  <a:moveTo>
                    <a:pt x="40460" y="292407"/>
                  </a:moveTo>
                  <a:lnTo>
                    <a:pt x="238399" y="249652"/>
                  </a:lnTo>
                  <a:cubicBezTo>
                    <a:pt x="254861" y="246102"/>
                    <a:pt x="268553" y="234633"/>
                    <a:pt x="274951" y="219068"/>
                  </a:cubicBezTo>
                  <a:lnTo>
                    <a:pt x="351957" y="31741"/>
                  </a:lnTo>
                  <a:cubicBezTo>
                    <a:pt x="368108" y="-7503"/>
                    <a:pt x="422292" y="-11249"/>
                    <a:pt x="443670" y="25499"/>
                  </a:cubicBezTo>
                  <a:lnTo>
                    <a:pt x="545487" y="200538"/>
                  </a:lnTo>
                  <a:cubicBezTo>
                    <a:pt x="553952" y="215089"/>
                    <a:pt x="569049" y="224568"/>
                    <a:pt x="585863" y="225856"/>
                  </a:cubicBezTo>
                  <a:lnTo>
                    <a:pt x="787819" y="241226"/>
                  </a:lnTo>
                  <a:cubicBezTo>
                    <a:pt x="830145" y="244424"/>
                    <a:pt x="850430" y="294826"/>
                    <a:pt x="822108" y="326463"/>
                  </a:cubicBezTo>
                  <a:lnTo>
                    <a:pt x="687094" y="477394"/>
                  </a:lnTo>
                  <a:cubicBezTo>
                    <a:pt x="675859" y="489955"/>
                    <a:pt x="671490" y="507276"/>
                    <a:pt x="675469" y="523660"/>
                  </a:cubicBezTo>
                  <a:lnTo>
                    <a:pt x="723257" y="720428"/>
                  </a:lnTo>
                  <a:cubicBezTo>
                    <a:pt x="733283" y="761700"/>
                    <a:pt x="691658" y="796576"/>
                    <a:pt x="652804" y="779411"/>
                  </a:cubicBezTo>
                  <a:lnTo>
                    <a:pt x="467545" y="697646"/>
                  </a:lnTo>
                  <a:cubicBezTo>
                    <a:pt x="452096" y="690819"/>
                    <a:pt x="434308" y="692067"/>
                    <a:pt x="419952" y="700883"/>
                  </a:cubicBezTo>
                  <a:lnTo>
                    <a:pt x="247566" y="807147"/>
                  </a:lnTo>
                  <a:cubicBezTo>
                    <a:pt x="211403" y="829461"/>
                    <a:pt x="165410" y="800593"/>
                    <a:pt x="169701" y="758345"/>
                  </a:cubicBezTo>
                  <a:lnTo>
                    <a:pt x="190221" y="556896"/>
                  </a:lnTo>
                  <a:cubicBezTo>
                    <a:pt x="191937" y="540122"/>
                    <a:pt x="185266" y="523582"/>
                    <a:pt x="172432" y="512659"/>
                  </a:cubicBezTo>
                  <a:lnTo>
                    <a:pt x="18107" y="381546"/>
                  </a:lnTo>
                  <a:cubicBezTo>
                    <a:pt x="-14271" y="354043"/>
                    <a:pt x="-1046" y="301340"/>
                    <a:pt x="40460" y="292407"/>
                  </a:cubicBezTo>
                  <a:close/>
                </a:path>
              </a:pathLst>
            </a:custGeom>
            <a:solidFill>
              <a:srgbClr val="DEA74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8041" y="5819419"/>
              <a:ext cx="68520" cy="318166"/>
            </a:xfrm>
            <a:custGeom>
              <a:avLst/>
              <a:gdLst/>
              <a:ahLst/>
              <a:cxnLst/>
              <a:rect l="l" t="t" r="r" b="b"/>
              <a:pathLst>
                <a:path w="29294" h="136023">
                  <a:moveTo>
                    <a:pt x="17407" y="135468"/>
                  </a:moveTo>
                  <a:cubicBezTo>
                    <a:pt x="21359" y="135632"/>
                    <a:pt x="25310" y="135828"/>
                    <a:pt x="29295" y="136024"/>
                  </a:cubicBezTo>
                  <a:cubicBezTo>
                    <a:pt x="22371" y="77728"/>
                    <a:pt x="27956" y="56140"/>
                    <a:pt x="10059" y="0"/>
                  </a:cubicBezTo>
                  <a:cubicBezTo>
                    <a:pt x="6695" y="980"/>
                    <a:pt x="3364" y="1960"/>
                    <a:pt x="0" y="2939"/>
                  </a:cubicBezTo>
                  <a:cubicBezTo>
                    <a:pt x="17538" y="58165"/>
                    <a:pt x="10712" y="78185"/>
                    <a:pt x="17407" y="135468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429320" y="6083910"/>
              <a:ext cx="207241" cy="164047"/>
            </a:xfrm>
            <a:custGeom>
              <a:avLst/>
              <a:gdLst/>
              <a:ahLst/>
              <a:cxnLst/>
              <a:rect l="l" t="t" r="r" b="b"/>
              <a:pathLst>
                <a:path w="88600" h="70134">
                  <a:moveTo>
                    <a:pt x="60352" y="315"/>
                  </a:moveTo>
                  <a:cubicBezTo>
                    <a:pt x="26125" y="-3147"/>
                    <a:pt x="-9375" y="22490"/>
                    <a:pt x="2252" y="49564"/>
                  </a:cubicBezTo>
                  <a:cubicBezTo>
                    <a:pt x="13878" y="76639"/>
                    <a:pt x="42586" y="73797"/>
                    <a:pt x="67667" y="59329"/>
                  </a:cubicBezTo>
                  <a:cubicBezTo>
                    <a:pt x="98530" y="41498"/>
                    <a:pt x="94578" y="3777"/>
                    <a:pt x="60352" y="315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881472" y="5705291"/>
              <a:ext cx="125813" cy="520831"/>
            </a:xfrm>
            <a:custGeom>
              <a:avLst/>
              <a:gdLst/>
              <a:ahLst/>
              <a:cxnLst/>
              <a:rect l="l" t="t" r="r" b="b"/>
              <a:pathLst>
                <a:path w="53788" h="222667">
                  <a:moveTo>
                    <a:pt x="42065" y="222667"/>
                  </a:moveTo>
                  <a:cubicBezTo>
                    <a:pt x="46082" y="220087"/>
                    <a:pt x="49870" y="217115"/>
                    <a:pt x="53789" y="214372"/>
                  </a:cubicBezTo>
                  <a:cubicBezTo>
                    <a:pt x="42097" y="140302"/>
                    <a:pt x="31679" y="67440"/>
                    <a:pt x="9732" y="0"/>
                  </a:cubicBezTo>
                  <a:cubicBezTo>
                    <a:pt x="6499" y="1404"/>
                    <a:pt x="3233" y="2841"/>
                    <a:pt x="0" y="4246"/>
                  </a:cubicBezTo>
                  <a:cubicBezTo>
                    <a:pt x="22045" y="72992"/>
                    <a:pt x="29164" y="151667"/>
                    <a:pt x="42065" y="222667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803815" y="6172767"/>
              <a:ext cx="207718" cy="183628"/>
            </a:xfrm>
            <a:custGeom>
              <a:avLst/>
              <a:gdLst/>
              <a:ahLst/>
              <a:cxnLst/>
              <a:rect l="l" t="t" r="r" b="b"/>
              <a:pathLst>
                <a:path w="88804" h="78505">
                  <a:moveTo>
                    <a:pt x="58381" y="636"/>
                  </a:moveTo>
                  <a:cubicBezTo>
                    <a:pt x="22586" y="7396"/>
                    <a:pt x="-8504" y="30224"/>
                    <a:pt x="2109" y="56482"/>
                  </a:cubicBezTo>
                  <a:cubicBezTo>
                    <a:pt x="12723" y="82740"/>
                    <a:pt x="43325" y="84732"/>
                    <a:pt x="67688" y="66639"/>
                  </a:cubicBezTo>
                  <a:cubicBezTo>
                    <a:pt x="99825" y="42733"/>
                    <a:pt x="94142" y="-6125"/>
                    <a:pt x="58381" y="636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194523" y="5553351"/>
              <a:ext cx="134598" cy="372175"/>
            </a:xfrm>
            <a:custGeom>
              <a:avLst/>
              <a:gdLst/>
              <a:ahLst/>
              <a:cxnLst/>
              <a:rect l="l" t="t" r="r" b="b"/>
              <a:pathLst>
                <a:path w="57544" h="159113">
                  <a:moveTo>
                    <a:pt x="47192" y="159113"/>
                  </a:moveTo>
                  <a:cubicBezTo>
                    <a:pt x="50621" y="157741"/>
                    <a:pt x="54083" y="156501"/>
                    <a:pt x="57544" y="155227"/>
                  </a:cubicBezTo>
                  <a:cubicBezTo>
                    <a:pt x="34585" y="92751"/>
                    <a:pt x="33508" y="62215"/>
                    <a:pt x="9994" y="0"/>
                  </a:cubicBezTo>
                  <a:cubicBezTo>
                    <a:pt x="6662" y="1110"/>
                    <a:pt x="3168" y="2025"/>
                    <a:pt x="0" y="3494"/>
                  </a:cubicBezTo>
                  <a:cubicBezTo>
                    <a:pt x="24755" y="65121"/>
                    <a:pt x="24526" y="96604"/>
                    <a:pt x="47192" y="159113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1157515" y="5881172"/>
              <a:ext cx="176470" cy="187071"/>
            </a:xfrm>
            <a:custGeom>
              <a:avLst/>
              <a:gdLst/>
              <a:ahLst/>
              <a:cxnLst/>
              <a:rect l="l" t="t" r="r" b="b"/>
              <a:pathLst>
                <a:path w="75445" h="79977">
                  <a:moveTo>
                    <a:pt x="46619" y="1294"/>
                  </a:moveTo>
                  <a:cubicBezTo>
                    <a:pt x="15560" y="10830"/>
                    <a:pt x="-12004" y="45906"/>
                    <a:pt x="5403" y="67820"/>
                  </a:cubicBezTo>
                  <a:cubicBezTo>
                    <a:pt x="22811" y="89733"/>
                    <a:pt x="44920" y="79250"/>
                    <a:pt x="64352" y="58316"/>
                  </a:cubicBezTo>
                  <a:cubicBezTo>
                    <a:pt x="83719" y="37382"/>
                    <a:pt x="77677" y="-8243"/>
                    <a:pt x="46619" y="1294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561166" y="5530891"/>
              <a:ext cx="672695" cy="335353"/>
            </a:xfrm>
            <a:custGeom>
              <a:avLst/>
              <a:gdLst/>
              <a:ahLst/>
              <a:cxnLst/>
              <a:rect l="l" t="t" r="r" b="b"/>
              <a:pathLst>
                <a:path w="287592" h="143371">
                  <a:moveTo>
                    <a:pt x="8197" y="143372"/>
                  </a:moveTo>
                  <a:cubicBezTo>
                    <a:pt x="107709" y="115841"/>
                    <a:pt x="193013" y="66656"/>
                    <a:pt x="287593" y="28544"/>
                  </a:cubicBezTo>
                  <a:cubicBezTo>
                    <a:pt x="284425" y="18877"/>
                    <a:pt x="280898" y="9438"/>
                    <a:pt x="277109" y="0"/>
                  </a:cubicBezTo>
                  <a:cubicBezTo>
                    <a:pt x="183378" y="36708"/>
                    <a:pt x="96735" y="85501"/>
                    <a:pt x="0" y="116233"/>
                  </a:cubicBezTo>
                  <a:cubicBezTo>
                    <a:pt x="2710" y="125312"/>
                    <a:pt x="5617" y="134293"/>
                    <a:pt x="8197" y="143372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589048" y="5651665"/>
              <a:ext cx="672772" cy="335353"/>
            </a:xfrm>
            <a:custGeom>
              <a:avLst/>
              <a:gdLst/>
              <a:ahLst/>
              <a:cxnLst/>
              <a:rect l="l" t="t" r="r" b="b"/>
              <a:pathLst>
                <a:path w="287625" h="143371">
                  <a:moveTo>
                    <a:pt x="8230" y="143372"/>
                  </a:moveTo>
                  <a:cubicBezTo>
                    <a:pt x="107741" y="115841"/>
                    <a:pt x="193046" y="66656"/>
                    <a:pt x="287626" y="28544"/>
                  </a:cubicBezTo>
                  <a:cubicBezTo>
                    <a:pt x="284458" y="18877"/>
                    <a:pt x="280930" y="9438"/>
                    <a:pt x="277142" y="0"/>
                  </a:cubicBezTo>
                  <a:cubicBezTo>
                    <a:pt x="183412" y="36708"/>
                    <a:pt x="96768" y="85501"/>
                    <a:pt x="0" y="116233"/>
                  </a:cubicBezTo>
                  <a:cubicBezTo>
                    <a:pt x="2711" y="125279"/>
                    <a:pt x="5618" y="134293"/>
                    <a:pt x="8230" y="143372"/>
                  </a:cubicBezTo>
                  <a:close/>
                </a:path>
              </a:pathLst>
            </a:custGeom>
            <a:solidFill>
              <a:srgbClr val="9CCAC8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0400" y="1130300"/>
              <a:ext cx="10858500" cy="68845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让孩子乐于洗手</a:t>
              </a:r>
              <a:endParaRPr lang="en-US" sz="1100"/>
            </a:p>
          </p:txBody>
        </p:sp>
        <p:grpSp>
          <p:nvGrpSpPr>
            <p:cNvPr id="39" name="Group 39"/>
            <p:cNvGrpSpPr/>
            <p:nvPr/>
          </p:nvGrpSpPr>
          <p:grpSpPr>
            <a:xfrm rot="0">
              <a:off x="1551291" y="1851949"/>
              <a:ext cx="2831219" cy="4282151"/>
              <a:chOff x="1551291" y="1851949"/>
              <a:chExt cx="2831219" cy="4282151"/>
            </a:xfrm>
          </p:grpSpPr>
          <p:sp>
            <p:nvSpPr>
              <p:cNvPr id="40" name="AutoShape 40"/>
              <p:cNvSpPr/>
              <p:nvPr/>
            </p:nvSpPr>
            <p:spPr>
              <a:xfrm>
                <a:off x="2518128" y="2888259"/>
                <a:ext cx="441189" cy="441189"/>
              </a:xfrm>
              <a:prstGeom prst="ellipse">
                <a:avLst/>
              </a:prstGeom>
              <a:solidFill>
                <a:srgbClr val="18C7B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551291" y="1851949"/>
                <a:ext cx="1716841" cy="15106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8000" b="1" i="0">
                    <a:solidFill>
                      <a:srgbClr val="15A5E5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551293" y="4535734"/>
                <a:ext cx="2831217" cy="1598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创作或使用现成的洗手歌，通过音乐和动作结合，让孩子在愉快的氛围中记住洗手步骤。</a:t>
                </a:r>
                <a:endParaRPr lang="en-US" sz="1100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551292" y="3872241"/>
                <a:ext cx="2831217" cy="6634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使用儿歌和游戏</a:t>
                </a:r>
                <a:endParaRPr lang="en-US" sz="1100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rot="0">
              <a:off x="4881162" y="1851949"/>
              <a:ext cx="2831219" cy="4282151"/>
              <a:chOff x="4881162" y="1851949"/>
              <a:chExt cx="2831219" cy="4282151"/>
            </a:xfrm>
          </p:grpSpPr>
          <p:sp>
            <p:nvSpPr>
              <p:cNvPr id="45" name="AutoShape 45"/>
              <p:cNvSpPr/>
              <p:nvPr/>
            </p:nvSpPr>
            <p:spPr>
              <a:xfrm>
                <a:off x="5847999" y="2888259"/>
                <a:ext cx="441189" cy="441189"/>
              </a:xfrm>
              <a:prstGeom prst="ellipse">
                <a:avLst/>
              </a:pr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881162" y="1851949"/>
                <a:ext cx="1716841" cy="15106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8000" b="1" i="0">
                    <a:solidFill>
                      <a:srgbClr val="FF8AB4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881164" y="4535734"/>
                <a:ext cx="2831217" cy="1598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制作彩色的奖励卡片，每次孩子正确洗手后给予奖励，鼓励他们继续保持良好习惯。</a:t>
                </a:r>
                <a:endParaRPr lang="en-US" sz="110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881163" y="3872241"/>
                <a:ext cx="2831217" cy="6634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设置奖励机制</a:t>
                </a:r>
                <a:endParaRPr lang="en-US" sz="110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 rot="0">
              <a:off x="8211030" y="1851949"/>
              <a:ext cx="2831219" cy="4282151"/>
              <a:chOff x="8211030" y="1851949"/>
              <a:chExt cx="2831219" cy="4282151"/>
            </a:xfrm>
          </p:grpSpPr>
          <p:sp>
            <p:nvSpPr>
              <p:cNvPr id="50" name="AutoShape 50"/>
              <p:cNvSpPr/>
              <p:nvPr/>
            </p:nvSpPr>
            <p:spPr>
              <a:xfrm>
                <a:off x="9177867" y="2888259"/>
                <a:ext cx="441189" cy="441189"/>
              </a:xfrm>
              <a:prstGeom prst="ellipse">
                <a:avLst/>
              </a:pr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211030" y="1851949"/>
                <a:ext cx="1716841" cy="15106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8000" b="1" i="0">
                    <a:solidFill>
                      <a:srgbClr val="18C7BA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211032" y="4535734"/>
                <a:ext cx="2831217" cy="15983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在洗手间设计一个有趣的洗手角，贴上可爱的装饰和步骤图，让孩子主动想去洗手。</a:t>
                </a:r>
                <a:endParaRPr lang="en-US" sz="1100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211031" y="3872241"/>
                <a:ext cx="2831217" cy="66349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创造洗手角</a:t>
                </a:r>
                <a:endParaRPr lang="en-US" sz="1100"/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激发孩子兴趣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78e842e-db5a-4439-b046-4c153e0645eb"/>
          <p:cNvGrpSpPr/>
          <p:nvPr/>
        </p:nvGrpSpPr>
        <p:grpSpPr>
          <a:xfrm rot="0">
            <a:off x="660399" y="1130301"/>
            <a:ext cx="10858501" cy="4876799"/>
            <a:chOff x="660399" y="1130301"/>
            <a:chExt cx="10858501" cy="5003799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1"/>
              <a:ext cx="10858500" cy="70448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在日常活动中嵌入洗手环节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399" y="1982893"/>
              <a:ext cx="1777666" cy="4151207"/>
              <a:chOff x="660399" y="1982893"/>
              <a:chExt cx="1777666" cy="4151207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2440673"/>
                <a:ext cx="1777665" cy="3693427"/>
              </a:xfrm>
              <a:prstGeom prst="roundRect">
                <a:avLst>
                  <a:gd name="adj" fmla="val 3800"/>
                </a:avLst>
              </a:prstGeom>
              <a:solidFill>
                <a:srgbClr val="15A5E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24136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每次课间休息后，老师带领全体幼儿一起洗手，培养良好的卫生习惯。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24136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课间洗手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399" y="1982893"/>
                <a:ext cx="410400" cy="410345"/>
              </a:xfrm>
              <a:prstGeom prst="roundRect">
                <a:avLst>
                  <a:gd name="adj" fmla="val 10477"/>
                </a:avLst>
              </a:prstGeom>
              <a:solidFill>
                <a:srgbClr val="15A5E5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2476566" y="1982893"/>
              <a:ext cx="1777666" cy="4151207"/>
              <a:chOff x="2476566" y="1982893"/>
              <a:chExt cx="1777666" cy="4151207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2476567" y="2440673"/>
                <a:ext cx="1777665" cy="3693427"/>
              </a:xfrm>
              <a:prstGeom prst="roundRect">
                <a:avLst>
                  <a:gd name="adj" fmla="val 3800"/>
                </a:avLst>
              </a:prstGeom>
              <a:solidFill>
                <a:srgbClr val="15A5E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40303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每次用餐前，保育员需确保每个孩子都按规定步骤彻底洗手。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40303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餐前洗手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476566" y="1982893"/>
                <a:ext cx="410400" cy="410345"/>
              </a:xfrm>
              <a:prstGeom prst="roundRect">
                <a:avLst>
                  <a:gd name="adj" fmla="val 10477"/>
                </a:avLst>
              </a:prstGeom>
              <a:solidFill>
                <a:srgbClr val="15A5E5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4292733" y="1982893"/>
              <a:ext cx="1777666" cy="4151207"/>
              <a:chOff x="4292733" y="1982893"/>
              <a:chExt cx="1777666" cy="4151207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4292734" y="2440673"/>
                <a:ext cx="1777665" cy="3693427"/>
              </a:xfrm>
              <a:prstGeom prst="roundRect">
                <a:avLst>
                  <a:gd name="adj" fmla="val 3800"/>
                </a:avLst>
              </a:prstGeom>
              <a:solidFill>
                <a:srgbClr val="15A5E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356470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户外活动结束后，教师组织幼儿清洗沾染尘土和细菌的双手。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356470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户外活动后洗手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292733" y="1982893"/>
                <a:ext cx="410400" cy="410345"/>
              </a:xfrm>
              <a:prstGeom prst="roundRect">
                <a:avLst>
                  <a:gd name="adj" fmla="val 10477"/>
                </a:avLst>
              </a:prstGeom>
              <a:solidFill>
                <a:srgbClr val="15A5E5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6108900" y="1982893"/>
              <a:ext cx="1777666" cy="4151207"/>
              <a:chOff x="6108900" y="1982893"/>
              <a:chExt cx="1777666" cy="4151207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6108901" y="2440673"/>
                <a:ext cx="1777665" cy="3693427"/>
              </a:xfrm>
              <a:prstGeom prst="roundRect">
                <a:avLst>
                  <a:gd name="adj" fmla="val 3800"/>
                </a:avLst>
              </a:prstGeom>
              <a:solidFill>
                <a:srgbClr val="15A5E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172637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在每次使用卫生间后，要求幼儿务必洗手，以保持卫生。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172637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如厕后洗手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08900" y="1982893"/>
                <a:ext cx="410400" cy="410345"/>
              </a:xfrm>
              <a:prstGeom prst="roundRect">
                <a:avLst>
                  <a:gd name="adj" fmla="val 10477"/>
                </a:avLst>
              </a:prstGeom>
              <a:solidFill>
                <a:srgbClr val="15A5E5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7925067" y="1982893"/>
              <a:ext cx="1777666" cy="4151207"/>
              <a:chOff x="7925067" y="1982893"/>
              <a:chExt cx="1777666" cy="4151207"/>
            </a:xfrm>
          </p:grpSpPr>
          <p:sp>
            <p:nvSpPr>
              <p:cNvPr id="25" name="AutoShape 25"/>
              <p:cNvSpPr/>
              <p:nvPr/>
            </p:nvSpPr>
            <p:spPr>
              <a:xfrm>
                <a:off x="7925068" y="2440673"/>
                <a:ext cx="1777665" cy="3693427"/>
              </a:xfrm>
              <a:prstGeom prst="roundRect">
                <a:avLst>
                  <a:gd name="adj" fmla="val 3800"/>
                </a:avLst>
              </a:prstGeom>
              <a:solidFill>
                <a:srgbClr val="15A5E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988804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午睡醒来后，幼儿需洗手，以去除手上的细菌和污垢。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988804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午睡后洗手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925067" y="1982893"/>
                <a:ext cx="410400" cy="410345"/>
              </a:xfrm>
              <a:prstGeom prst="roundRect">
                <a:avLst>
                  <a:gd name="adj" fmla="val 10477"/>
                </a:avLst>
              </a:prstGeom>
              <a:solidFill>
                <a:srgbClr val="15A5E5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9741233" y="1982893"/>
              <a:ext cx="1777666" cy="4151207"/>
              <a:chOff x="9741233" y="1982893"/>
              <a:chExt cx="1777666" cy="4151207"/>
            </a:xfrm>
          </p:grpSpPr>
          <p:sp>
            <p:nvSpPr>
              <p:cNvPr id="30" name="AutoShape 30"/>
              <p:cNvSpPr/>
              <p:nvPr/>
            </p:nvSpPr>
            <p:spPr>
              <a:xfrm>
                <a:off x="9741234" y="2440673"/>
                <a:ext cx="1777665" cy="3693427"/>
              </a:xfrm>
              <a:prstGeom prst="roundRect">
                <a:avLst>
                  <a:gd name="adj" fmla="val 3800"/>
                </a:avLst>
              </a:prstGeom>
              <a:solidFill>
                <a:srgbClr val="15A5E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804970" y="3609594"/>
                <a:ext cx="1650196" cy="23764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在进行完涂鸦或手工制作后，幼儿需清洁双手，避免残留物滋生细菌。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804970" y="2588778"/>
                <a:ext cx="1650196" cy="10208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0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手工活动后洗手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741233" y="1982893"/>
                <a:ext cx="410400" cy="410345"/>
              </a:xfrm>
              <a:prstGeom prst="roundRect">
                <a:avLst>
                  <a:gd name="adj" fmla="val 10477"/>
                </a:avLst>
              </a:prstGeom>
              <a:solidFill>
                <a:srgbClr val="15A5E5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6</a:t>
                </a:r>
                <a:endParaRPr lang="en-US" sz="1100"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制定洗手常规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77bfda6-d9a7-4a50-bf6d-e9bd5103cfc1"/>
          <p:cNvGrpSpPr/>
          <p:nvPr/>
        </p:nvGrpSpPr>
        <p:grpSpPr>
          <a:xfrm rot="0">
            <a:off x="-12700" y="1121833"/>
            <a:ext cx="12192001" cy="5727699"/>
            <a:chOff x="-12700" y="1121833"/>
            <a:chExt cx="12192001" cy="5727699"/>
          </a:xfrm>
        </p:grpSpPr>
        <p:sp>
          <p:nvSpPr>
            <p:cNvPr id="3" name="AutoShape 3"/>
            <p:cNvSpPr/>
            <p:nvPr/>
          </p:nvSpPr>
          <p:spPr>
            <a:xfrm rot="2280000" flipH="1">
              <a:off x="1774847" y="5969871"/>
              <a:ext cx="642892" cy="470385"/>
            </a:xfrm>
            <a:custGeom>
              <a:avLst/>
              <a:gdLst/>
              <a:ahLst/>
              <a:cxnLst/>
              <a:rect l="l" t="t" r="r" b="b"/>
              <a:pathLst>
                <a:path w="574561" h="531678">
                  <a:moveTo>
                    <a:pt x="242467" y="0"/>
                  </a:moveTo>
                  <a:cubicBezTo>
                    <a:pt x="311390" y="11708"/>
                    <a:pt x="244283" y="-1849"/>
                    <a:pt x="307606" y="16910"/>
                  </a:cubicBezTo>
                  <a:lnTo>
                    <a:pt x="321957" y="20064"/>
                  </a:lnTo>
                  <a:lnTo>
                    <a:pt x="328416" y="19557"/>
                  </a:lnTo>
                  <a:cubicBezTo>
                    <a:pt x="345436" y="19390"/>
                    <a:pt x="362498" y="19803"/>
                    <a:pt x="379476" y="19052"/>
                  </a:cubicBezTo>
                  <a:cubicBezTo>
                    <a:pt x="457787" y="40593"/>
                    <a:pt x="381893" y="17261"/>
                    <a:pt x="452541" y="45800"/>
                  </a:cubicBezTo>
                  <a:cubicBezTo>
                    <a:pt x="462124" y="49672"/>
                    <a:pt x="472961" y="49836"/>
                    <a:pt x="481892" y="55352"/>
                  </a:cubicBezTo>
                  <a:cubicBezTo>
                    <a:pt x="489233" y="59887"/>
                    <a:pt x="493211" y="69536"/>
                    <a:pt x="499976" y="75106"/>
                  </a:cubicBezTo>
                  <a:cubicBezTo>
                    <a:pt x="507265" y="81107"/>
                    <a:pt x="517058" y="82846"/>
                    <a:pt x="523696" y="89760"/>
                  </a:cubicBezTo>
                  <a:cubicBezTo>
                    <a:pt x="528140" y="94390"/>
                    <a:pt x="528079" y="102827"/>
                    <a:pt x="531784" y="108244"/>
                  </a:cubicBezTo>
                  <a:cubicBezTo>
                    <a:pt x="536926" y="115755"/>
                    <a:pt x="547388" y="118856"/>
                    <a:pt x="549871" y="128001"/>
                  </a:cubicBezTo>
                  <a:cubicBezTo>
                    <a:pt x="552180" y="136503"/>
                    <a:pt x="552689" y="146121"/>
                    <a:pt x="552037" y="156202"/>
                  </a:cubicBezTo>
                  <a:lnTo>
                    <a:pt x="551125" y="162105"/>
                  </a:lnTo>
                  <a:lnTo>
                    <a:pt x="553993" y="171471"/>
                  </a:lnTo>
                  <a:cubicBezTo>
                    <a:pt x="556569" y="183192"/>
                    <a:pt x="556531" y="192570"/>
                    <a:pt x="554707" y="201759"/>
                  </a:cubicBezTo>
                  <a:lnTo>
                    <a:pt x="554445" y="202526"/>
                  </a:lnTo>
                  <a:lnTo>
                    <a:pt x="564687" y="222978"/>
                  </a:lnTo>
                  <a:cubicBezTo>
                    <a:pt x="567558" y="229034"/>
                    <a:pt x="572347" y="234550"/>
                    <a:pt x="572777" y="241463"/>
                  </a:cubicBezTo>
                  <a:cubicBezTo>
                    <a:pt x="576380" y="299542"/>
                    <a:pt x="575252" y="295846"/>
                    <a:pt x="562607" y="333262"/>
                  </a:cubicBezTo>
                  <a:cubicBezTo>
                    <a:pt x="541896" y="361001"/>
                    <a:pt x="556007" y="337755"/>
                    <a:pt x="541891" y="382995"/>
                  </a:cubicBezTo>
                  <a:cubicBezTo>
                    <a:pt x="534796" y="405734"/>
                    <a:pt x="533609" y="396798"/>
                    <a:pt x="522447" y="421251"/>
                  </a:cubicBezTo>
                  <a:cubicBezTo>
                    <a:pt x="519219" y="428328"/>
                    <a:pt x="517420" y="436128"/>
                    <a:pt x="514906" y="443565"/>
                  </a:cubicBezTo>
                  <a:cubicBezTo>
                    <a:pt x="507750" y="452152"/>
                    <a:pt x="500963" y="460786"/>
                    <a:pt x="493645" y="468775"/>
                  </a:cubicBezTo>
                  <a:lnTo>
                    <a:pt x="474620" y="485387"/>
                  </a:lnTo>
                  <a:lnTo>
                    <a:pt x="465951" y="494504"/>
                  </a:lnTo>
                  <a:cubicBezTo>
                    <a:pt x="460287" y="499722"/>
                    <a:pt x="454231" y="504260"/>
                    <a:pt x="447511" y="507336"/>
                  </a:cubicBezTo>
                  <a:cubicBezTo>
                    <a:pt x="421117" y="519418"/>
                    <a:pt x="392002" y="523454"/>
                    <a:pt x="364245" y="531512"/>
                  </a:cubicBezTo>
                  <a:lnTo>
                    <a:pt x="360946" y="531365"/>
                  </a:lnTo>
                  <a:lnTo>
                    <a:pt x="350227" y="531678"/>
                  </a:lnTo>
                  <a:cubicBezTo>
                    <a:pt x="338949" y="531277"/>
                    <a:pt x="321332" y="529498"/>
                    <a:pt x="292911" y="525884"/>
                  </a:cubicBezTo>
                  <a:lnTo>
                    <a:pt x="282042" y="521278"/>
                  </a:lnTo>
                  <a:lnTo>
                    <a:pt x="276573" y="522377"/>
                  </a:lnTo>
                  <a:cubicBezTo>
                    <a:pt x="259696" y="524579"/>
                    <a:pt x="242707" y="526210"/>
                    <a:pt x="225941" y="528987"/>
                  </a:cubicBezTo>
                  <a:cubicBezTo>
                    <a:pt x="145615" y="516969"/>
                    <a:pt x="223755" y="531054"/>
                    <a:pt x="150201" y="511171"/>
                  </a:cubicBezTo>
                  <a:cubicBezTo>
                    <a:pt x="140223" y="508474"/>
                    <a:pt x="129444" y="509608"/>
                    <a:pt x="119918" y="505200"/>
                  </a:cubicBezTo>
                  <a:cubicBezTo>
                    <a:pt x="112086" y="501575"/>
                    <a:pt x="106983" y="492472"/>
                    <a:pt x="99600" y="487751"/>
                  </a:cubicBezTo>
                  <a:cubicBezTo>
                    <a:pt x="91646" y="482665"/>
                    <a:pt x="81715" y="482110"/>
                    <a:pt x="74298" y="476039"/>
                  </a:cubicBezTo>
                  <a:cubicBezTo>
                    <a:pt x="69332" y="471974"/>
                    <a:pt x="68384" y="463591"/>
                    <a:pt x="64056" y="458656"/>
                  </a:cubicBezTo>
                  <a:cubicBezTo>
                    <a:pt x="58054" y="451814"/>
                    <a:pt x="47295" y="449987"/>
                    <a:pt x="43736" y="441205"/>
                  </a:cubicBezTo>
                  <a:cubicBezTo>
                    <a:pt x="40427" y="433039"/>
                    <a:pt x="38771" y="423551"/>
                    <a:pt x="38212" y="413465"/>
                  </a:cubicBezTo>
                  <a:lnTo>
                    <a:pt x="38411" y="407495"/>
                  </a:lnTo>
                  <a:lnTo>
                    <a:pt x="34444" y="398539"/>
                  </a:lnTo>
                  <a:cubicBezTo>
                    <a:pt x="30484" y="387210"/>
                    <a:pt x="29400" y="377895"/>
                    <a:pt x="30112" y="368554"/>
                  </a:cubicBezTo>
                  <a:lnTo>
                    <a:pt x="30279" y="367761"/>
                  </a:lnTo>
                  <a:lnTo>
                    <a:pt x="17665" y="348681"/>
                  </a:lnTo>
                  <a:cubicBezTo>
                    <a:pt x="14089" y="343013"/>
                    <a:pt x="8676" y="338109"/>
                    <a:pt x="7421" y="331297"/>
                  </a:cubicBezTo>
                  <a:cubicBezTo>
                    <a:pt x="-3103" y="274067"/>
                    <a:pt x="-1541" y="277600"/>
                    <a:pt x="6537" y="238940"/>
                  </a:cubicBezTo>
                  <a:cubicBezTo>
                    <a:pt x="23781" y="208924"/>
                    <a:pt x="12552" y="233690"/>
                    <a:pt x="21154" y="187087"/>
                  </a:cubicBezTo>
                  <a:cubicBezTo>
                    <a:pt x="25479" y="163662"/>
                    <a:pt x="27726" y="172392"/>
                    <a:pt x="35883" y="146780"/>
                  </a:cubicBezTo>
                  <a:cubicBezTo>
                    <a:pt x="38241" y="139367"/>
                    <a:pt x="39094" y="131408"/>
                    <a:pt x="40701" y="123724"/>
                  </a:cubicBezTo>
                  <a:cubicBezTo>
                    <a:pt x="52854" y="104960"/>
                    <a:pt x="63524" y="86189"/>
                    <a:pt x="80508" y="72036"/>
                  </a:cubicBezTo>
                  <a:cubicBezTo>
                    <a:pt x="86594" y="66965"/>
                    <a:pt x="91966" y="63371"/>
                    <a:pt x="97039" y="60654"/>
                  </a:cubicBezTo>
                  <a:lnTo>
                    <a:pt x="97428" y="60492"/>
                  </a:lnTo>
                  <a:lnTo>
                    <a:pt x="98049" y="59716"/>
                  </a:lnTo>
                  <a:cubicBezTo>
                    <a:pt x="103621" y="53668"/>
                    <a:pt x="110358" y="47158"/>
                    <a:pt x="119075" y="39442"/>
                  </a:cubicBezTo>
                  <a:cubicBezTo>
                    <a:pt x="130683" y="29166"/>
                    <a:pt x="142827" y="18542"/>
                    <a:pt x="156907" y="14041"/>
                  </a:cubicBezTo>
                  <a:cubicBezTo>
                    <a:pt x="184557" y="5204"/>
                    <a:pt x="213945" y="4680"/>
                    <a:pt x="242467" y="0"/>
                  </a:cubicBezTo>
                  <a:close/>
                </a:path>
              </a:pathLst>
            </a:custGeom>
            <a:solidFill>
              <a:srgbClr val="FF8AB4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>
              <a:off x="8991599" y="6204215"/>
              <a:ext cx="3200401" cy="645317"/>
            </a:xfrm>
            <a:custGeom>
              <a:avLst/>
              <a:gdLst/>
              <a:ahLst/>
              <a:cxnLst/>
              <a:rect l="l" t="t" r="r" b="b"/>
              <a:pathLst>
                <a:path w="5673412" h="1885950">
                  <a:moveTo>
                    <a:pt x="1657350" y="0"/>
                  </a:moveTo>
                  <a:cubicBezTo>
                    <a:pt x="1794933" y="19050"/>
                    <a:pt x="1935420" y="23187"/>
                    <a:pt x="2070100" y="57150"/>
                  </a:cubicBezTo>
                  <a:cubicBezTo>
                    <a:pt x="2269183" y="107354"/>
                    <a:pt x="2429932" y="197580"/>
                    <a:pt x="2590800" y="317500"/>
                  </a:cubicBezTo>
                  <a:cubicBezTo>
                    <a:pt x="2642525" y="356058"/>
                    <a:pt x="2692357" y="397782"/>
                    <a:pt x="2736850" y="444500"/>
                  </a:cubicBezTo>
                  <a:cubicBezTo>
                    <a:pt x="2869489" y="583771"/>
                    <a:pt x="2827731" y="588164"/>
                    <a:pt x="2946400" y="742950"/>
                  </a:cubicBezTo>
                  <a:cubicBezTo>
                    <a:pt x="3005767" y="820385"/>
                    <a:pt x="3062817" y="901700"/>
                    <a:pt x="3136900" y="965200"/>
                  </a:cubicBezTo>
                  <a:cubicBezTo>
                    <a:pt x="3166533" y="990600"/>
                    <a:pt x="3190562" y="1024620"/>
                    <a:pt x="3225800" y="1041400"/>
                  </a:cubicBezTo>
                  <a:cubicBezTo>
                    <a:pt x="3281451" y="1067900"/>
                    <a:pt x="3343159" y="1080112"/>
                    <a:pt x="3403600" y="1092200"/>
                  </a:cubicBezTo>
                  <a:cubicBezTo>
                    <a:pt x="3449451" y="1101370"/>
                    <a:pt x="3496575" y="1103117"/>
                    <a:pt x="3543300" y="1104900"/>
                  </a:cubicBezTo>
                  <a:cubicBezTo>
                    <a:pt x="3773936" y="1113703"/>
                    <a:pt x="4004733" y="1117600"/>
                    <a:pt x="4235450" y="1123950"/>
                  </a:cubicBezTo>
                  <a:cubicBezTo>
                    <a:pt x="4312212" y="1145882"/>
                    <a:pt x="4474166" y="1190066"/>
                    <a:pt x="4540250" y="1219200"/>
                  </a:cubicBezTo>
                  <a:cubicBezTo>
                    <a:pt x="4682312" y="1281829"/>
                    <a:pt x="4825088" y="1344441"/>
                    <a:pt x="4959351" y="1422400"/>
                  </a:cubicBezTo>
                  <a:cubicBezTo>
                    <a:pt x="5206594" y="1565961"/>
                    <a:pt x="5169450" y="1539847"/>
                    <a:pt x="5448300" y="1727200"/>
                  </a:cubicBezTo>
                  <a:cubicBezTo>
                    <a:pt x="5491980" y="1756548"/>
                    <a:pt x="5568352" y="1815344"/>
                    <a:pt x="5629268" y="1857457"/>
                  </a:cubicBezTo>
                  <a:lnTo>
                    <a:pt x="5673412" y="1885950"/>
                  </a:lnTo>
                  <a:lnTo>
                    <a:pt x="0" y="1885950"/>
                  </a:lnTo>
                  <a:lnTo>
                    <a:pt x="0" y="304800"/>
                  </a:lnTo>
                  <a:cubicBezTo>
                    <a:pt x="57064" y="323012"/>
                    <a:pt x="114411" y="371367"/>
                    <a:pt x="158750" y="412750"/>
                  </a:cubicBezTo>
                  <a:cubicBezTo>
                    <a:pt x="174068" y="427047"/>
                    <a:pt x="187291" y="443563"/>
                    <a:pt x="203200" y="457200"/>
                  </a:cubicBezTo>
                  <a:cubicBezTo>
                    <a:pt x="241578" y="490096"/>
                    <a:pt x="247902" y="489058"/>
                    <a:pt x="292100" y="508000"/>
                  </a:cubicBezTo>
                  <a:cubicBezTo>
                    <a:pt x="389467" y="493183"/>
                    <a:pt x="488902" y="488410"/>
                    <a:pt x="584200" y="463550"/>
                  </a:cubicBezTo>
                  <a:cubicBezTo>
                    <a:pt x="636417" y="449928"/>
                    <a:pt x="683174" y="420083"/>
                    <a:pt x="730250" y="393700"/>
                  </a:cubicBezTo>
                  <a:cubicBezTo>
                    <a:pt x="875921" y="312060"/>
                    <a:pt x="1006356" y="200071"/>
                    <a:pt x="1162050" y="139700"/>
                  </a:cubicBezTo>
                  <a:cubicBezTo>
                    <a:pt x="1530737" y="-3260"/>
                    <a:pt x="1362550" y="30497"/>
                    <a:pt x="1657350" y="0"/>
                  </a:cubicBezTo>
                  <a:close/>
                </a:path>
              </a:pathLst>
            </a:custGeom>
            <a:solidFill>
              <a:srgbClr val="15A5E5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-12700" y="5547434"/>
              <a:ext cx="2810933" cy="1302098"/>
            </a:xfrm>
            <a:custGeom>
              <a:avLst/>
              <a:gdLst/>
              <a:ahLst/>
              <a:cxnLst/>
              <a:rect l="l" t="t" r="r" b="b"/>
              <a:pathLst>
                <a:path w="3584781" h="1660564">
                  <a:moveTo>
                    <a:pt x="3584780" y="0"/>
                  </a:moveTo>
                  <a:lnTo>
                    <a:pt x="3584780" y="979879"/>
                  </a:lnTo>
                  <a:lnTo>
                    <a:pt x="3584780" y="1052656"/>
                  </a:lnTo>
                  <a:lnTo>
                    <a:pt x="3584781" y="1052657"/>
                  </a:lnTo>
                  <a:lnTo>
                    <a:pt x="3584781" y="1660564"/>
                  </a:lnTo>
                  <a:lnTo>
                    <a:pt x="0" y="1660564"/>
                  </a:lnTo>
                  <a:lnTo>
                    <a:pt x="6934" y="1646241"/>
                  </a:lnTo>
                  <a:cubicBezTo>
                    <a:pt x="233810" y="1258104"/>
                    <a:pt x="919272" y="957222"/>
                    <a:pt x="1777501" y="875917"/>
                  </a:cubicBezTo>
                  <a:lnTo>
                    <a:pt x="1782053" y="875595"/>
                  </a:lnTo>
                  <a:lnTo>
                    <a:pt x="1825830" y="866813"/>
                  </a:lnTo>
                  <a:cubicBezTo>
                    <a:pt x="1846799" y="863233"/>
                    <a:pt x="1868163" y="862580"/>
                    <a:pt x="1889330" y="860463"/>
                  </a:cubicBezTo>
                  <a:cubicBezTo>
                    <a:pt x="1942270" y="855169"/>
                    <a:pt x="2071079" y="830681"/>
                    <a:pt x="2130630" y="809663"/>
                  </a:cubicBezTo>
                  <a:cubicBezTo>
                    <a:pt x="2240337" y="770943"/>
                    <a:pt x="2264829" y="747613"/>
                    <a:pt x="2371930" y="701713"/>
                  </a:cubicBezTo>
                  <a:cubicBezTo>
                    <a:pt x="2405175" y="687465"/>
                    <a:pt x="2406326" y="704359"/>
                    <a:pt x="2473530" y="663613"/>
                  </a:cubicBezTo>
                  <a:cubicBezTo>
                    <a:pt x="2540734" y="622867"/>
                    <a:pt x="2682538" y="549889"/>
                    <a:pt x="2775155" y="457238"/>
                  </a:cubicBezTo>
                  <a:cubicBezTo>
                    <a:pt x="3013282" y="219024"/>
                    <a:pt x="3113293" y="176250"/>
                    <a:pt x="3211718" y="100050"/>
                  </a:cubicBezTo>
                  <a:cubicBezTo>
                    <a:pt x="3245087" y="80029"/>
                    <a:pt x="3287951" y="67562"/>
                    <a:pt x="3324430" y="54013"/>
                  </a:cubicBezTo>
                  <a:cubicBezTo>
                    <a:pt x="3382772" y="32343"/>
                    <a:pt x="3442436" y="17871"/>
                    <a:pt x="3500719" y="8268"/>
                  </a:cubicBezTo>
                  <a:close/>
                </a:path>
              </a:pathLst>
            </a:custGeom>
            <a:solidFill>
              <a:srgbClr val="18C7B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0400" y="1121833"/>
              <a:ext cx="10858500" cy="77839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家园共育，巩固洗手习惯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 rot="0">
              <a:off x="660400" y="2607596"/>
              <a:ext cx="1905234" cy="3266154"/>
              <a:chOff x="660400" y="2607596"/>
              <a:chExt cx="1905234" cy="326615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72346" y="2607596"/>
                <a:ext cx="722171" cy="722171"/>
              </a:xfrm>
              <a:custGeom>
                <a:avLst/>
                <a:gdLst/>
                <a:ahLst/>
                <a:cxnLst/>
                <a:rect l="l" t="t" r="r" b="b"/>
                <a:pathLst>
                  <a:path w="814584" h="834809">
                    <a:moveTo>
                      <a:pt x="181861" y="80477"/>
                    </a:moveTo>
                    <a:cubicBezTo>
                      <a:pt x="180814" y="85525"/>
                      <a:pt x="175384" y="85716"/>
                      <a:pt x="176337" y="91050"/>
                    </a:cubicBezTo>
                    <a:cubicBezTo>
                      <a:pt x="187005" y="90288"/>
                      <a:pt x="194053" y="82573"/>
                      <a:pt x="205007" y="77905"/>
                    </a:cubicBezTo>
                    <a:cubicBezTo>
                      <a:pt x="200149" y="76477"/>
                      <a:pt x="197578" y="75715"/>
                      <a:pt x="194530" y="74857"/>
                    </a:cubicBezTo>
                    <a:cubicBezTo>
                      <a:pt x="199578" y="68095"/>
                      <a:pt x="206722" y="63999"/>
                      <a:pt x="213865" y="62570"/>
                    </a:cubicBezTo>
                    <a:cubicBezTo>
                      <a:pt x="234820" y="58379"/>
                      <a:pt x="252251" y="45139"/>
                      <a:pt x="272063" y="39996"/>
                    </a:cubicBezTo>
                    <a:cubicBezTo>
                      <a:pt x="285684" y="36376"/>
                      <a:pt x="298352" y="29137"/>
                      <a:pt x="313497" y="28471"/>
                    </a:cubicBezTo>
                    <a:cubicBezTo>
                      <a:pt x="333309" y="27709"/>
                      <a:pt x="351025" y="17803"/>
                      <a:pt x="366837" y="5515"/>
                    </a:cubicBezTo>
                    <a:cubicBezTo>
                      <a:pt x="377124" y="-2486"/>
                      <a:pt x="386077" y="-2200"/>
                      <a:pt x="393602" y="9135"/>
                    </a:cubicBezTo>
                    <a:cubicBezTo>
                      <a:pt x="395602" y="12183"/>
                      <a:pt x="398936" y="11707"/>
                      <a:pt x="401508" y="11230"/>
                    </a:cubicBezTo>
                    <a:cubicBezTo>
                      <a:pt x="412652" y="8944"/>
                      <a:pt x="424654" y="11611"/>
                      <a:pt x="434941" y="4277"/>
                    </a:cubicBezTo>
                    <a:cubicBezTo>
                      <a:pt x="442465" y="-1152"/>
                      <a:pt x="453991" y="1991"/>
                      <a:pt x="458372" y="4753"/>
                    </a:cubicBezTo>
                    <a:cubicBezTo>
                      <a:pt x="472755" y="13612"/>
                      <a:pt x="488281" y="10468"/>
                      <a:pt x="502949" y="12945"/>
                    </a:cubicBezTo>
                    <a:cubicBezTo>
                      <a:pt x="545812" y="20184"/>
                      <a:pt x="588198" y="30566"/>
                      <a:pt x="628298" y="46282"/>
                    </a:cubicBezTo>
                    <a:cubicBezTo>
                      <a:pt x="649539" y="54569"/>
                      <a:pt x="669446" y="68952"/>
                      <a:pt x="687829" y="85049"/>
                    </a:cubicBezTo>
                    <a:cubicBezTo>
                      <a:pt x="709737" y="104290"/>
                      <a:pt x="729263" y="124768"/>
                      <a:pt x="745075" y="148962"/>
                    </a:cubicBezTo>
                    <a:cubicBezTo>
                      <a:pt x="779841" y="202207"/>
                      <a:pt x="799843" y="261071"/>
                      <a:pt x="808797" y="323460"/>
                    </a:cubicBezTo>
                    <a:cubicBezTo>
                      <a:pt x="813940" y="359845"/>
                      <a:pt x="815750" y="396802"/>
                      <a:pt x="813845" y="433474"/>
                    </a:cubicBezTo>
                    <a:cubicBezTo>
                      <a:pt x="813083" y="448142"/>
                      <a:pt x="812035" y="463668"/>
                      <a:pt x="805939" y="477574"/>
                    </a:cubicBezTo>
                    <a:cubicBezTo>
                      <a:pt x="803272" y="483766"/>
                      <a:pt x="804987" y="487576"/>
                      <a:pt x="809368" y="492338"/>
                    </a:cubicBezTo>
                    <a:cubicBezTo>
                      <a:pt x="796224" y="491195"/>
                      <a:pt x="799558" y="501482"/>
                      <a:pt x="801367" y="505483"/>
                    </a:cubicBezTo>
                    <a:cubicBezTo>
                      <a:pt x="809654" y="523771"/>
                      <a:pt x="801367" y="541678"/>
                      <a:pt x="795367" y="556061"/>
                    </a:cubicBezTo>
                    <a:cubicBezTo>
                      <a:pt x="789937" y="569205"/>
                      <a:pt x="786127" y="582921"/>
                      <a:pt x="781079" y="596066"/>
                    </a:cubicBezTo>
                    <a:cubicBezTo>
                      <a:pt x="769078" y="627498"/>
                      <a:pt x="756981" y="658930"/>
                      <a:pt x="737074" y="686172"/>
                    </a:cubicBezTo>
                    <a:cubicBezTo>
                      <a:pt x="701926" y="734083"/>
                      <a:pt x="662493" y="777326"/>
                      <a:pt x="606867" y="802949"/>
                    </a:cubicBezTo>
                    <a:cubicBezTo>
                      <a:pt x="573339" y="818379"/>
                      <a:pt x="538954" y="829714"/>
                      <a:pt x="501997" y="832571"/>
                    </a:cubicBezTo>
                    <a:cubicBezTo>
                      <a:pt x="455610" y="836191"/>
                      <a:pt x="409223" y="835905"/>
                      <a:pt x="363122" y="828095"/>
                    </a:cubicBezTo>
                    <a:cubicBezTo>
                      <a:pt x="352168" y="826285"/>
                      <a:pt x="348644" y="813426"/>
                      <a:pt x="336166" y="811902"/>
                    </a:cubicBezTo>
                    <a:cubicBezTo>
                      <a:pt x="311878" y="808949"/>
                      <a:pt x="289494" y="798472"/>
                      <a:pt x="266634" y="790090"/>
                    </a:cubicBezTo>
                    <a:cubicBezTo>
                      <a:pt x="249870" y="783899"/>
                      <a:pt x="234820" y="776564"/>
                      <a:pt x="225010" y="760276"/>
                    </a:cubicBezTo>
                    <a:cubicBezTo>
                      <a:pt x="221295" y="754085"/>
                      <a:pt x="213675" y="749228"/>
                      <a:pt x="206722" y="746084"/>
                    </a:cubicBezTo>
                    <a:cubicBezTo>
                      <a:pt x="171289" y="730273"/>
                      <a:pt x="143095" y="704841"/>
                      <a:pt x="115567" y="678457"/>
                    </a:cubicBezTo>
                    <a:cubicBezTo>
                      <a:pt x="110995" y="674075"/>
                      <a:pt x="107471" y="666646"/>
                      <a:pt x="98613" y="669599"/>
                    </a:cubicBezTo>
                    <a:cubicBezTo>
                      <a:pt x="97470" y="669979"/>
                      <a:pt x="94803" y="668265"/>
                      <a:pt x="93850" y="666836"/>
                    </a:cubicBezTo>
                    <a:cubicBezTo>
                      <a:pt x="71086" y="631784"/>
                      <a:pt x="42701" y="600352"/>
                      <a:pt x="27652" y="560442"/>
                    </a:cubicBezTo>
                    <a:cubicBezTo>
                      <a:pt x="16317" y="530343"/>
                      <a:pt x="12697" y="498339"/>
                      <a:pt x="3934" y="467859"/>
                    </a:cubicBezTo>
                    <a:cubicBezTo>
                      <a:pt x="-1971" y="447380"/>
                      <a:pt x="6887" y="429283"/>
                      <a:pt x="4315" y="409947"/>
                    </a:cubicBezTo>
                    <a:cubicBezTo>
                      <a:pt x="3172" y="401851"/>
                      <a:pt x="3934" y="393469"/>
                      <a:pt x="1553" y="385372"/>
                    </a:cubicBezTo>
                    <a:cubicBezTo>
                      <a:pt x="-3209" y="369847"/>
                      <a:pt x="4315" y="355083"/>
                      <a:pt x="6316" y="340414"/>
                    </a:cubicBezTo>
                    <a:cubicBezTo>
                      <a:pt x="10792" y="308410"/>
                      <a:pt x="18793" y="276787"/>
                      <a:pt x="29938" y="246022"/>
                    </a:cubicBezTo>
                    <a:cubicBezTo>
                      <a:pt x="32700" y="238402"/>
                      <a:pt x="34510" y="226019"/>
                      <a:pt x="39844" y="225257"/>
                    </a:cubicBezTo>
                    <a:cubicBezTo>
                      <a:pt x="56798" y="223066"/>
                      <a:pt x="59656" y="208588"/>
                      <a:pt x="65942" y="198682"/>
                    </a:cubicBezTo>
                    <a:cubicBezTo>
                      <a:pt x="86707" y="166202"/>
                      <a:pt x="114520" y="140770"/>
                      <a:pt x="142904" y="115720"/>
                    </a:cubicBezTo>
                    <a:cubicBezTo>
                      <a:pt x="143952" y="114767"/>
                      <a:pt x="145381" y="114005"/>
                      <a:pt x="146047" y="112862"/>
                    </a:cubicBezTo>
                    <a:cubicBezTo>
                      <a:pt x="153731" y="98575"/>
                      <a:pt x="165669" y="87780"/>
                      <a:pt x="181861" y="80477"/>
                    </a:cubicBezTo>
                    <a:close/>
                    <a:moveTo>
                      <a:pt x="650968" y="199159"/>
                    </a:moveTo>
                    <a:cubicBezTo>
                      <a:pt x="657254" y="215256"/>
                      <a:pt x="663826" y="226781"/>
                      <a:pt x="672875" y="236973"/>
                    </a:cubicBezTo>
                    <a:cubicBezTo>
                      <a:pt x="667636" y="224400"/>
                      <a:pt x="671065" y="207636"/>
                      <a:pt x="650968" y="199159"/>
                    </a:cubicBezTo>
                    <a:close/>
                    <a:moveTo>
                      <a:pt x="426082" y="669599"/>
                    </a:moveTo>
                    <a:cubicBezTo>
                      <a:pt x="440656" y="672361"/>
                      <a:pt x="455038" y="672456"/>
                      <a:pt x="471421" y="667408"/>
                    </a:cubicBezTo>
                    <a:cubicBezTo>
                      <a:pt x="454562" y="663598"/>
                      <a:pt x="440179" y="664264"/>
                      <a:pt x="426082" y="669599"/>
                    </a:cubicBezTo>
                    <a:close/>
                  </a:path>
                </a:pathLst>
              </a:custGeom>
              <a:solidFill>
                <a:srgbClr val="15A5E5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60400" y="3522998"/>
                <a:ext cx="1905234" cy="7783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定期沟通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4331560"/>
                <a:ext cx="1905234" cy="15421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通过家长会和家校联系本，与家长分享幼儿在园的洗手表现和进步。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2898717" y="2607596"/>
              <a:ext cx="1905234" cy="3266154"/>
              <a:chOff x="2898717" y="2607596"/>
              <a:chExt cx="1905234" cy="3266154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2982676" y="2607596"/>
                <a:ext cx="722171" cy="722171"/>
              </a:xfrm>
              <a:custGeom>
                <a:avLst/>
                <a:gdLst/>
                <a:ahLst/>
                <a:cxnLst/>
                <a:rect l="l" t="t" r="r" b="b"/>
                <a:pathLst>
                  <a:path w="814584" h="834809">
                    <a:moveTo>
                      <a:pt x="181861" y="80477"/>
                    </a:moveTo>
                    <a:cubicBezTo>
                      <a:pt x="180814" y="85525"/>
                      <a:pt x="175384" y="85716"/>
                      <a:pt x="176337" y="91050"/>
                    </a:cubicBezTo>
                    <a:cubicBezTo>
                      <a:pt x="187005" y="90288"/>
                      <a:pt x="194053" y="82573"/>
                      <a:pt x="205007" y="77905"/>
                    </a:cubicBezTo>
                    <a:cubicBezTo>
                      <a:pt x="200149" y="76477"/>
                      <a:pt x="197578" y="75715"/>
                      <a:pt x="194530" y="74857"/>
                    </a:cubicBezTo>
                    <a:cubicBezTo>
                      <a:pt x="199578" y="68095"/>
                      <a:pt x="206722" y="63999"/>
                      <a:pt x="213865" y="62570"/>
                    </a:cubicBezTo>
                    <a:cubicBezTo>
                      <a:pt x="234820" y="58379"/>
                      <a:pt x="252251" y="45139"/>
                      <a:pt x="272063" y="39996"/>
                    </a:cubicBezTo>
                    <a:cubicBezTo>
                      <a:pt x="285684" y="36376"/>
                      <a:pt x="298352" y="29137"/>
                      <a:pt x="313497" y="28471"/>
                    </a:cubicBezTo>
                    <a:cubicBezTo>
                      <a:pt x="333309" y="27709"/>
                      <a:pt x="351025" y="17803"/>
                      <a:pt x="366837" y="5515"/>
                    </a:cubicBezTo>
                    <a:cubicBezTo>
                      <a:pt x="377124" y="-2486"/>
                      <a:pt x="386077" y="-2200"/>
                      <a:pt x="393602" y="9135"/>
                    </a:cubicBezTo>
                    <a:cubicBezTo>
                      <a:pt x="395602" y="12183"/>
                      <a:pt x="398936" y="11707"/>
                      <a:pt x="401508" y="11230"/>
                    </a:cubicBezTo>
                    <a:cubicBezTo>
                      <a:pt x="412652" y="8944"/>
                      <a:pt x="424654" y="11611"/>
                      <a:pt x="434941" y="4277"/>
                    </a:cubicBezTo>
                    <a:cubicBezTo>
                      <a:pt x="442465" y="-1152"/>
                      <a:pt x="453991" y="1991"/>
                      <a:pt x="458372" y="4753"/>
                    </a:cubicBezTo>
                    <a:cubicBezTo>
                      <a:pt x="472755" y="13612"/>
                      <a:pt x="488281" y="10468"/>
                      <a:pt x="502949" y="12945"/>
                    </a:cubicBezTo>
                    <a:cubicBezTo>
                      <a:pt x="545812" y="20184"/>
                      <a:pt x="588198" y="30566"/>
                      <a:pt x="628298" y="46282"/>
                    </a:cubicBezTo>
                    <a:cubicBezTo>
                      <a:pt x="649539" y="54569"/>
                      <a:pt x="669446" y="68952"/>
                      <a:pt x="687829" y="85049"/>
                    </a:cubicBezTo>
                    <a:cubicBezTo>
                      <a:pt x="709737" y="104290"/>
                      <a:pt x="729263" y="124768"/>
                      <a:pt x="745075" y="148962"/>
                    </a:cubicBezTo>
                    <a:cubicBezTo>
                      <a:pt x="779841" y="202207"/>
                      <a:pt x="799843" y="261071"/>
                      <a:pt x="808797" y="323460"/>
                    </a:cubicBezTo>
                    <a:cubicBezTo>
                      <a:pt x="813940" y="359845"/>
                      <a:pt x="815750" y="396802"/>
                      <a:pt x="813845" y="433474"/>
                    </a:cubicBezTo>
                    <a:cubicBezTo>
                      <a:pt x="813083" y="448142"/>
                      <a:pt x="812035" y="463668"/>
                      <a:pt x="805939" y="477574"/>
                    </a:cubicBezTo>
                    <a:cubicBezTo>
                      <a:pt x="803272" y="483766"/>
                      <a:pt x="804987" y="487576"/>
                      <a:pt x="809368" y="492338"/>
                    </a:cubicBezTo>
                    <a:cubicBezTo>
                      <a:pt x="796224" y="491195"/>
                      <a:pt x="799558" y="501482"/>
                      <a:pt x="801367" y="505483"/>
                    </a:cubicBezTo>
                    <a:cubicBezTo>
                      <a:pt x="809654" y="523771"/>
                      <a:pt x="801367" y="541678"/>
                      <a:pt x="795367" y="556061"/>
                    </a:cubicBezTo>
                    <a:cubicBezTo>
                      <a:pt x="789937" y="569205"/>
                      <a:pt x="786127" y="582921"/>
                      <a:pt x="781079" y="596066"/>
                    </a:cubicBezTo>
                    <a:cubicBezTo>
                      <a:pt x="769078" y="627498"/>
                      <a:pt x="756981" y="658930"/>
                      <a:pt x="737074" y="686172"/>
                    </a:cubicBezTo>
                    <a:cubicBezTo>
                      <a:pt x="701926" y="734083"/>
                      <a:pt x="662493" y="777326"/>
                      <a:pt x="606867" y="802949"/>
                    </a:cubicBezTo>
                    <a:cubicBezTo>
                      <a:pt x="573339" y="818379"/>
                      <a:pt x="538954" y="829714"/>
                      <a:pt x="501997" y="832571"/>
                    </a:cubicBezTo>
                    <a:cubicBezTo>
                      <a:pt x="455610" y="836191"/>
                      <a:pt x="409223" y="835905"/>
                      <a:pt x="363122" y="828095"/>
                    </a:cubicBezTo>
                    <a:cubicBezTo>
                      <a:pt x="352168" y="826285"/>
                      <a:pt x="348644" y="813426"/>
                      <a:pt x="336166" y="811902"/>
                    </a:cubicBezTo>
                    <a:cubicBezTo>
                      <a:pt x="311878" y="808949"/>
                      <a:pt x="289494" y="798472"/>
                      <a:pt x="266634" y="790090"/>
                    </a:cubicBezTo>
                    <a:cubicBezTo>
                      <a:pt x="249870" y="783899"/>
                      <a:pt x="234820" y="776564"/>
                      <a:pt x="225010" y="760276"/>
                    </a:cubicBezTo>
                    <a:cubicBezTo>
                      <a:pt x="221295" y="754085"/>
                      <a:pt x="213675" y="749228"/>
                      <a:pt x="206722" y="746084"/>
                    </a:cubicBezTo>
                    <a:cubicBezTo>
                      <a:pt x="171289" y="730273"/>
                      <a:pt x="143095" y="704841"/>
                      <a:pt x="115567" y="678457"/>
                    </a:cubicBezTo>
                    <a:cubicBezTo>
                      <a:pt x="110995" y="674075"/>
                      <a:pt x="107471" y="666646"/>
                      <a:pt x="98613" y="669599"/>
                    </a:cubicBezTo>
                    <a:cubicBezTo>
                      <a:pt x="97470" y="669979"/>
                      <a:pt x="94803" y="668265"/>
                      <a:pt x="93850" y="666836"/>
                    </a:cubicBezTo>
                    <a:cubicBezTo>
                      <a:pt x="71086" y="631784"/>
                      <a:pt x="42701" y="600352"/>
                      <a:pt x="27652" y="560442"/>
                    </a:cubicBezTo>
                    <a:cubicBezTo>
                      <a:pt x="16317" y="530343"/>
                      <a:pt x="12697" y="498339"/>
                      <a:pt x="3934" y="467859"/>
                    </a:cubicBezTo>
                    <a:cubicBezTo>
                      <a:pt x="-1971" y="447380"/>
                      <a:pt x="6887" y="429283"/>
                      <a:pt x="4315" y="409947"/>
                    </a:cubicBezTo>
                    <a:cubicBezTo>
                      <a:pt x="3172" y="401851"/>
                      <a:pt x="3934" y="393469"/>
                      <a:pt x="1553" y="385372"/>
                    </a:cubicBezTo>
                    <a:cubicBezTo>
                      <a:pt x="-3209" y="369847"/>
                      <a:pt x="4315" y="355083"/>
                      <a:pt x="6316" y="340414"/>
                    </a:cubicBezTo>
                    <a:cubicBezTo>
                      <a:pt x="10792" y="308410"/>
                      <a:pt x="18793" y="276787"/>
                      <a:pt x="29938" y="246022"/>
                    </a:cubicBezTo>
                    <a:cubicBezTo>
                      <a:pt x="32700" y="238402"/>
                      <a:pt x="34510" y="226019"/>
                      <a:pt x="39844" y="225257"/>
                    </a:cubicBezTo>
                    <a:cubicBezTo>
                      <a:pt x="56798" y="223066"/>
                      <a:pt x="59656" y="208588"/>
                      <a:pt x="65942" y="198682"/>
                    </a:cubicBezTo>
                    <a:cubicBezTo>
                      <a:pt x="86707" y="166202"/>
                      <a:pt x="114520" y="140770"/>
                      <a:pt x="142904" y="115720"/>
                    </a:cubicBezTo>
                    <a:cubicBezTo>
                      <a:pt x="143952" y="114767"/>
                      <a:pt x="145381" y="114005"/>
                      <a:pt x="146047" y="112862"/>
                    </a:cubicBezTo>
                    <a:cubicBezTo>
                      <a:pt x="153731" y="98575"/>
                      <a:pt x="165669" y="87780"/>
                      <a:pt x="181861" y="80477"/>
                    </a:cubicBezTo>
                    <a:close/>
                    <a:moveTo>
                      <a:pt x="650968" y="199159"/>
                    </a:moveTo>
                    <a:cubicBezTo>
                      <a:pt x="657254" y="215256"/>
                      <a:pt x="663826" y="226781"/>
                      <a:pt x="672875" y="236973"/>
                    </a:cubicBezTo>
                    <a:cubicBezTo>
                      <a:pt x="667636" y="224400"/>
                      <a:pt x="671065" y="207636"/>
                      <a:pt x="650968" y="199159"/>
                    </a:cubicBezTo>
                    <a:close/>
                    <a:moveTo>
                      <a:pt x="426082" y="669599"/>
                    </a:moveTo>
                    <a:cubicBezTo>
                      <a:pt x="440656" y="672361"/>
                      <a:pt x="455038" y="672456"/>
                      <a:pt x="471421" y="667408"/>
                    </a:cubicBezTo>
                    <a:cubicBezTo>
                      <a:pt x="454562" y="663598"/>
                      <a:pt x="440179" y="664264"/>
                      <a:pt x="426082" y="669599"/>
                    </a:cubicBezTo>
                    <a:close/>
                  </a:path>
                </a:pathLst>
              </a:custGeom>
              <a:solidFill>
                <a:srgbClr val="FF8A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98717" y="3522998"/>
                <a:ext cx="1905234" cy="7783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家庭洗手挑战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98717" y="4331560"/>
                <a:ext cx="1905234" cy="15421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鼓励家长和孩子一起参与每周的洗手挑战，提高家庭成员的卫生意识。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5137034" y="2607596"/>
              <a:ext cx="1905234" cy="3266154"/>
              <a:chOff x="5137034" y="2607596"/>
              <a:chExt cx="1905234" cy="326615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193006" y="2607596"/>
                <a:ext cx="722171" cy="722171"/>
              </a:xfrm>
              <a:custGeom>
                <a:avLst/>
                <a:gdLst/>
                <a:ahLst/>
                <a:cxnLst/>
                <a:rect l="l" t="t" r="r" b="b"/>
                <a:pathLst>
                  <a:path w="814584" h="834809">
                    <a:moveTo>
                      <a:pt x="181861" y="80477"/>
                    </a:moveTo>
                    <a:cubicBezTo>
                      <a:pt x="180814" y="85525"/>
                      <a:pt x="175384" y="85716"/>
                      <a:pt x="176337" y="91050"/>
                    </a:cubicBezTo>
                    <a:cubicBezTo>
                      <a:pt x="187005" y="90288"/>
                      <a:pt x="194053" y="82573"/>
                      <a:pt x="205007" y="77905"/>
                    </a:cubicBezTo>
                    <a:cubicBezTo>
                      <a:pt x="200149" y="76477"/>
                      <a:pt x="197578" y="75715"/>
                      <a:pt x="194530" y="74857"/>
                    </a:cubicBezTo>
                    <a:cubicBezTo>
                      <a:pt x="199578" y="68095"/>
                      <a:pt x="206722" y="63999"/>
                      <a:pt x="213865" y="62570"/>
                    </a:cubicBezTo>
                    <a:cubicBezTo>
                      <a:pt x="234820" y="58379"/>
                      <a:pt x="252251" y="45139"/>
                      <a:pt x="272063" y="39996"/>
                    </a:cubicBezTo>
                    <a:cubicBezTo>
                      <a:pt x="285684" y="36376"/>
                      <a:pt x="298352" y="29137"/>
                      <a:pt x="313497" y="28471"/>
                    </a:cubicBezTo>
                    <a:cubicBezTo>
                      <a:pt x="333309" y="27709"/>
                      <a:pt x="351025" y="17803"/>
                      <a:pt x="366837" y="5515"/>
                    </a:cubicBezTo>
                    <a:cubicBezTo>
                      <a:pt x="377124" y="-2486"/>
                      <a:pt x="386077" y="-2200"/>
                      <a:pt x="393602" y="9135"/>
                    </a:cubicBezTo>
                    <a:cubicBezTo>
                      <a:pt x="395602" y="12183"/>
                      <a:pt x="398936" y="11707"/>
                      <a:pt x="401508" y="11230"/>
                    </a:cubicBezTo>
                    <a:cubicBezTo>
                      <a:pt x="412652" y="8944"/>
                      <a:pt x="424654" y="11611"/>
                      <a:pt x="434941" y="4277"/>
                    </a:cubicBezTo>
                    <a:cubicBezTo>
                      <a:pt x="442465" y="-1152"/>
                      <a:pt x="453991" y="1991"/>
                      <a:pt x="458372" y="4753"/>
                    </a:cubicBezTo>
                    <a:cubicBezTo>
                      <a:pt x="472755" y="13612"/>
                      <a:pt x="488281" y="10468"/>
                      <a:pt x="502949" y="12945"/>
                    </a:cubicBezTo>
                    <a:cubicBezTo>
                      <a:pt x="545812" y="20184"/>
                      <a:pt x="588198" y="30566"/>
                      <a:pt x="628298" y="46282"/>
                    </a:cubicBezTo>
                    <a:cubicBezTo>
                      <a:pt x="649539" y="54569"/>
                      <a:pt x="669446" y="68952"/>
                      <a:pt x="687829" y="85049"/>
                    </a:cubicBezTo>
                    <a:cubicBezTo>
                      <a:pt x="709737" y="104290"/>
                      <a:pt x="729263" y="124768"/>
                      <a:pt x="745075" y="148962"/>
                    </a:cubicBezTo>
                    <a:cubicBezTo>
                      <a:pt x="779841" y="202207"/>
                      <a:pt x="799843" y="261071"/>
                      <a:pt x="808797" y="323460"/>
                    </a:cubicBezTo>
                    <a:cubicBezTo>
                      <a:pt x="813940" y="359845"/>
                      <a:pt x="815750" y="396802"/>
                      <a:pt x="813845" y="433474"/>
                    </a:cubicBezTo>
                    <a:cubicBezTo>
                      <a:pt x="813083" y="448142"/>
                      <a:pt x="812035" y="463668"/>
                      <a:pt x="805939" y="477574"/>
                    </a:cubicBezTo>
                    <a:cubicBezTo>
                      <a:pt x="803272" y="483766"/>
                      <a:pt x="804987" y="487576"/>
                      <a:pt x="809368" y="492338"/>
                    </a:cubicBezTo>
                    <a:cubicBezTo>
                      <a:pt x="796224" y="491195"/>
                      <a:pt x="799558" y="501482"/>
                      <a:pt x="801367" y="505483"/>
                    </a:cubicBezTo>
                    <a:cubicBezTo>
                      <a:pt x="809654" y="523771"/>
                      <a:pt x="801367" y="541678"/>
                      <a:pt x="795367" y="556061"/>
                    </a:cubicBezTo>
                    <a:cubicBezTo>
                      <a:pt x="789937" y="569205"/>
                      <a:pt x="786127" y="582921"/>
                      <a:pt x="781079" y="596066"/>
                    </a:cubicBezTo>
                    <a:cubicBezTo>
                      <a:pt x="769078" y="627498"/>
                      <a:pt x="756981" y="658930"/>
                      <a:pt x="737074" y="686172"/>
                    </a:cubicBezTo>
                    <a:cubicBezTo>
                      <a:pt x="701926" y="734083"/>
                      <a:pt x="662493" y="777326"/>
                      <a:pt x="606867" y="802949"/>
                    </a:cubicBezTo>
                    <a:cubicBezTo>
                      <a:pt x="573339" y="818379"/>
                      <a:pt x="538954" y="829714"/>
                      <a:pt x="501997" y="832571"/>
                    </a:cubicBezTo>
                    <a:cubicBezTo>
                      <a:pt x="455610" y="836191"/>
                      <a:pt x="409223" y="835905"/>
                      <a:pt x="363122" y="828095"/>
                    </a:cubicBezTo>
                    <a:cubicBezTo>
                      <a:pt x="352168" y="826285"/>
                      <a:pt x="348644" y="813426"/>
                      <a:pt x="336166" y="811902"/>
                    </a:cubicBezTo>
                    <a:cubicBezTo>
                      <a:pt x="311878" y="808949"/>
                      <a:pt x="289494" y="798472"/>
                      <a:pt x="266634" y="790090"/>
                    </a:cubicBezTo>
                    <a:cubicBezTo>
                      <a:pt x="249870" y="783899"/>
                      <a:pt x="234820" y="776564"/>
                      <a:pt x="225010" y="760276"/>
                    </a:cubicBezTo>
                    <a:cubicBezTo>
                      <a:pt x="221295" y="754085"/>
                      <a:pt x="213675" y="749228"/>
                      <a:pt x="206722" y="746084"/>
                    </a:cubicBezTo>
                    <a:cubicBezTo>
                      <a:pt x="171289" y="730273"/>
                      <a:pt x="143095" y="704841"/>
                      <a:pt x="115567" y="678457"/>
                    </a:cubicBezTo>
                    <a:cubicBezTo>
                      <a:pt x="110995" y="674075"/>
                      <a:pt x="107471" y="666646"/>
                      <a:pt x="98613" y="669599"/>
                    </a:cubicBezTo>
                    <a:cubicBezTo>
                      <a:pt x="97470" y="669979"/>
                      <a:pt x="94803" y="668265"/>
                      <a:pt x="93850" y="666836"/>
                    </a:cubicBezTo>
                    <a:cubicBezTo>
                      <a:pt x="71086" y="631784"/>
                      <a:pt x="42701" y="600352"/>
                      <a:pt x="27652" y="560442"/>
                    </a:cubicBezTo>
                    <a:cubicBezTo>
                      <a:pt x="16317" y="530343"/>
                      <a:pt x="12697" y="498339"/>
                      <a:pt x="3934" y="467859"/>
                    </a:cubicBezTo>
                    <a:cubicBezTo>
                      <a:pt x="-1971" y="447380"/>
                      <a:pt x="6887" y="429283"/>
                      <a:pt x="4315" y="409947"/>
                    </a:cubicBezTo>
                    <a:cubicBezTo>
                      <a:pt x="3172" y="401851"/>
                      <a:pt x="3934" y="393469"/>
                      <a:pt x="1553" y="385372"/>
                    </a:cubicBezTo>
                    <a:cubicBezTo>
                      <a:pt x="-3209" y="369847"/>
                      <a:pt x="4315" y="355083"/>
                      <a:pt x="6316" y="340414"/>
                    </a:cubicBezTo>
                    <a:cubicBezTo>
                      <a:pt x="10792" y="308410"/>
                      <a:pt x="18793" y="276787"/>
                      <a:pt x="29938" y="246022"/>
                    </a:cubicBezTo>
                    <a:cubicBezTo>
                      <a:pt x="32700" y="238402"/>
                      <a:pt x="34510" y="226019"/>
                      <a:pt x="39844" y="225257"/>
                    </a:cubicBezTo>
                    <a:cubicBezTo>
                      <a:pt x="56798" y="223066"/>
                      <a:pt x="59656" y="208588"/>
                      <a:pt x="65942" y="198682"/>
                    </a:cubicBezTo>
                    <a:cubicBezTo>
                      <a:pt x="86707" y="166202"/>
                      <a:pt x="114520" y="140770"/>
                      <a:pt x="142904" y="115720"/>
                    </a:cubicBezTo>
                    <a:cubicBezTo>
                      <a:pt x="143952" y="114767"/>
                      <a:pt x="145381" y="114005"/>
                      <a:pt x="146047" y="112862"/>
                    </a:cubicBezTo>
                    <a:cubicBezTo>
                      <a:pt x="153731" y="98575"/>
                      <a:pt x="165669" y="87780"/>
                      <a:pt x="181861" y="80477"/>
                    </a:cubicBezTo>
                    <a:close/>
                    <a:moveTo>
                      <a:pt x="650968" y="199159"/>
                    </a:moveTo>
                    <a:cubicBezTo>
                      <a:pt x="657254" y="215256"/>
                      <a:pt x="663826" y="226781"/>
                      <a:pt x="672875" y="236973"/>
                    </a:cubicBezTo>
                    <a:cubicBezTo>
                      <a:pt x="667636" y="224400"/>
                      <a:pt x="671065" y="207636"/>
                      <a:pt x="650968" y="199159"/>
                    </a:cubicBezTo>
                    <a:close/>
                    <a:moveTo>
                      <a:pt x="426082" y="669599"/>
                    </a:moveTo>
                    <a:cubicBezTo>
                      <a:pt x="440656" y="672361"/>
                      <a:pt x="455038" y="672456"/>
                      <a:pt x="471421" y="667408"/>
                    </a:cubicBezTo>
                    <a:cubicBezTo>
                      <a:pt x="454562" y="663598"/>
                      <a:pt x="440179" y="664264"/>
                      <a:pt x="426082" y="669599"/>
                    </a:cubicBezTo>
                    <a:close/>
                  </a:path>
                </a:pathLst>
              </a:custGeom>
              <a:solidFill>
                <a:srgbClr val="18C7B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37034" y="3522999"/>
                <a:ext cx="1905234" cy="7783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洗手知识讲座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37034" y="4331560"/>
                <a:ext cx="1905234" cy="15421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定期举办线上或线下的洗手知识讲座，向家长普及洗手的重要性。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7375350" y="2607596"/>
              <a:ext cx="1905234" cy="3266154"/>
              <a:chOff x="7375350" y="2607596"/>
              <a:chExt cx="1905234" cy="3266154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403336" y="2607596"/>
                <a:ext cx="722171" cy="722171"/>
              </a:xfrm>
              <a:custGeom>
                <a:avLst/>
                <a:gdLst/>
                <a:ahLst/>
                <a:cxnLst/>
                <a:rect l="l" t="t" r="r" b="b"/>
                <a:pathLst>
                  <a:path w="814584" h="834809">
                    <a:moveTo>
                      <a:pt x="181861" y="80477"/>
                    </a:moveTo>
                    <a:cubicBezTo>
                      <a:pt x="180814" y="85525"/>
                      <a:pt x="175384" y="85716"/>
                      <a:pt x="176337" y="91050"/>
                    </a:cubicBezTo>
                    <a:cubicBezTo>
                      <a:pt x="187005" y="90288"/>
                      <a:pt x="194053" y="82573"/>
                      <a:pt x="205007" y="77905"/>
                    </a:cubicBezTo>
                    <a:cubicBezTo>
                      <a:pt x="200149" y="76477"/>
                      <a:pt x="197578" y="75715"/>
                      <a:pt x="194530" y="74857"/>
                    </a:cubicBezTo>
                    <a:cubicBezTo>
                      <a:pt x="199578" y="68095"/>
                      <a:pt x="206722" y="63999"/>
                      <a:pt x="213865" y="62570"/>
                    </a:cubicBezTo>
                    <a:cubicBezTo>
                      <a:pt x="234820" y="58379"/>
                      <a:pt x="252251" y="45139"/>
                      <a:pt x="272063" y="39996"/>
                    </a:cubicBezTo>
                    <a:cubicBezTo>
                      <a:pt x="285684" y="36376"/>
                      <a:pt x="298352" y="29137"/>
                      <a:pt x="313497" y="28471"/>
                    </a:cubicBezTo>
                    <a:cubicBezTo>
                      <a:pt x="333309" y="27709"/>
                      <a:pt x="351025" y="17803"/>
                      <a:pt x="366837" y="5515"/>
                    </a:cubicBezTo>
                    <a:cubicBezTo>
                      <a:pt x="377124" y="-2486"/>
                      <a:pt x="386077" y="-2200"/>
                      <a:pt x="393602" y="9135"/>
                    </a:cubicBezTo>
                    <a:cubicBezTo>
                      <a:pt x="395602" y="12183"/>
                      <a:pt x="398936" y="11707"/>
                      <a:pt x="401508" y="11230"/>
                    </a:cubicBezTo>
                    <a:cubicBezTo>
                      <a:pt x="412652" y="8944"/>
                      <a:pt x="424654" y="11611"/>
                      <a:pt x="434941" y="4277"/>
                    </a:cubicBezTo>
                    <a:cubicBezTo>
                      <a:pt x="442465" y="-1152"/>
                      <a:pt x="453991" y="1991"/>
                      <a:pt x="458372" y="4753"/>
                    </a:cubicBezTo>
                    <a:cubicBezTo>
                      <a:pt x="472755" y="13612"/>
                      <a:pt x="488281" y="10468"/>
                      <a:pt x="502949" y="12945"/>
                    </a:cubicBezTo>
                    <a:cubicBezTo>
                      <a:pt x="545812" y="20184"/>
                      <a:pt x="588198" y="30566"/>
                      <a:pt x="628298" y="46282"/>
                    </a:cubicBezTo>
                    <a:cubicBezTo>
                      <a:pt x="649539" y="54569"/>
                      <a:pt x="669446" y="68952"/>
                      <a:pt x="687829" y="85049"/>
                    </a:cubicBezTo>
                    <a:cubicBezTo>
                      <a:pt x="709737" y="104290"/>
                      <a:pt x="729263" y="124768"/>
                      <a:pt x="745075" y="148962"/>
                    </a:cubicBezTo>
                    <a:cubicBezTo>
                      <a:pt x="779841" y="202207"/>
                      <a:pt x="799843" y="261071"/>
                      <a:pt x="808797" y="323460"/>
                    </a:cubicBezTo>
                    <a:cubicBezTo>
                      <a:pt x="813940" y="359845"/>
                      <a:pt x="815750" y="396802"/>
                      <a:pt x="813845" y="433474"/>
                    </a:cubicBezTo>
                    <a:cubicBezTo>
                      <a:pt x="813083" y="448142"/>
                      <a:pt x="812035" y="463668"/>
                      <a:pt x="805939" y="477574"/>
                    </a:cubicBezTo>
                    <a:cubicBezTo>
                      <a:pt x="803272" y="483766"/>
                      <a:pt x="804987" y="487576"/>
                      <a:pt x="809368" y="492338"/>
                    </a:cubicBezTo>
                    <a:cubicBezTo>
                      <a:pt x="796224" y="491195"/>
                      <a:pt x="799558" y="501482"/>
                      <a:pt x="801367" y="505483"/>
                    </a:cubicBezTo>
                    <a:cubicBezTo>
                      <a:pt x="809654" y="523771"/>
                      <a:pt x="801367" y="541678"/>
                      <a:pt x="795367" y="556061"/>
                    </a:cubicBezTo>
                    <a:cubicBezTo>
                      <a:pt x="789937" y="569205"/>
                      <a:pt x="786127" y="582921"/>
                      <a:pt x="781079" y="596066"/>
                    </a:cubicBezTo>
                    <a:cubicBezTo>
                      <a:pt x="769078" y="627498"/>
                      <a:pt x="756981" y="658930"/>
                      <a:pt x="737074" y="686172"/>
                    </a:cubicBezTo>
                    <a:cubicBezTo>
                      <a:pt x="701926" y="734083"/>
                      <a:pt x="662493" y="777326"/>
                      <a:pt x="606867" y="802949"/>
                    </a:cubicBezTo>
                    <a:cubicBezTo>
                      <a:pt x="573339" y="818379"/>
                      <a:pt x="538954" y="829714"/>
                      <a:pt x="501997" y="832571"/>
                    </a:cubicBezTo>
                    <a:cubicBezTo>
                      <a:pt x="455610" y="836191"/>
                      <a:pt x="409223" y="835905"/>
                      <a:pt x="363122" y="828095"/>
                    </a:cubicBezTo>
                    <a:cubicBezTo>
                      <a:pt x="352168" y="826285"/>
                      <a:pt x="348644" y="813426"/>
                      <a:pt x="336166" y="811902"/>
                    </a:cubicBezTo>
                    <a:cubicBezTo>
                      <a:pt x="311878" y="808949"/>
                      <a:pt x="289494" y="798472"/>
                      <a:pt x="266634" y="790090"/>
                    </a:cubicBezTo>
                    <a:cubicBezTo>
                      <a:pt x="249870" y="783899"/>
                      <a:pt x="234820" y="776564"/>
                      <a:pt x="225010" y="760276"/>
                    </a:cubicBezTo>
                    <a:cubicBezTo>
                      <a:pt x="221295" y="754085"/>
                      <a:pt x="213675" y="749228"/>
                      <a:pt x="206722" y="746084"/>
                    </a:cubicBezTo>
                    <a:cubicBezTo>
                      <a:pt x="171289" y="730273"/>
                      <a:pt x="143095" y="704841"/>
                      <a:pt x="115567" y="678457"/>
                    </a:cubicBezTo>
                    <a:cubicBezTo>
                      <a:pt x="110995" y="674075"/>
                      <a:pt x="107471" y="666646"/>
                      <a:pt x="98613" y="669599"/>
                    </a:cubicBezTo>
                    <a:cubicBezTo>
                      <a:pt x="97470" y="669979"/>
                      <a:pt x="94803" y="668265"/>
                      <a:pt x="93850" y="666836"/>
                    </a:cubicBezTo>
                    <a:cubicBezTo>
                      <a:pt x="71086" y="631784"/>
                      <a:pt x="42701" y="600352"/>
                      <a:pt x="27652" y="560442"/>
                    </a:cubicBezTo>
                    <a:cubicBezTo>
                      <a:pt x="16317" y="530343"/>
                      <a:pt x="12697" y="498339"/>
                      <a:pt x="3934" y="467859"/>
                    </a:cubicBezTo>
                    <a:cubicBezTo>
                      <a:pt x="-1971" y="447380"/>
                      <a:pt x="6887" y="429283"/>
                      <a:pt x="4315" y="409947"/>
                    </a:cubicBezTo>
                    <a:cubicBezTo>
                      <a:pt x="3172" y="401851"/>
                      <a:pt x="3934" y="393469"/>
                      <a:pt x="1553" y="385372"/>
                    </a:cubicBezTo>
                    <a:cubicBezTo>
                      <a:pt x="-3209" y="369847"/>
                      <a:pt x="4315" y="355083"/>
                      <a:pt x="6316" y="340414"/>
                    </a:cubicBezTo>
                    <a:cubicBezTo>
                      <a:pt x="10792" y="308410"/>
                      <a:pt x="18793" y="276787"/>
                      <a:pt x="29938" y="246022"/>
                    </a:cubicBezTo>
                    <a:cubicBezTo>
                      <a:pt x="32700" y="238402"/>
                      <a:pt x="34510" y="226019"/>
                      <a:pt x="39844" y="225257"/>
                    </a:cubicBezTo>
                    <a:cubicBezTo>
                      <a:pt x="56798" y="223066"/>
                      <a:pt x="59656" y="208588"/>
                      <a:pt x="65942" y="198682"/>
                    </a:cubicBezTo>
                    <a:cubicBezTo>
                      <a:pt x="86707" y="166202"/>
                      <a:pt x="114520" y="140770"/>
                      <a:pt x="142904" y="115720"/>
                    </a:cubicBezTo>
                    <a:cubicBezTo>
                      <a:pt x="143952" y="114767"/>
                      <a:pt x="145381" y="114005"/>
                      <a:pt x="146047" y="112862"/>
                    </a:cubicBezTo>
                    <a:cubicBezTo>
                      <a:pt x="153731" y="98575"/>
                      <a:pt x="165669" y="87780"/>
                      <a:pt x="181861" y="80477"/>
                    </a:cubicBezTo>
                    <a:close/>
                    <a:moveTo>
                      <a:pt x="650968" y="199159"/>
                    </a:moveTo>
                    <a:cubicBezTo>
                      <a:pt x="657254" y="215256"/>
                      <a:pt x="663826" y="226781"/>
                      <a:pt x="672875" y="236973"/>
                    </a:cubicBezTo>
                    <a:cubicBezTo>
                      <a:pt x="667636" y="224400"/>
                      <a:pt x="671065" y="207636"/>
                      <a:pt x="650968" y="199159"/>
                    </a:cubicBezTo>
                    <a:close/>
                    <a:moveTo>
                      <a:pt x="426082" y="669599"/>
                    </a:moveTo>
                    <a:cubicBezTo>
                      <a:pt x="440656" y="672361"/>
                      <a:pt x="455038" y="672456"/>
                      <a:pt x="471421" y="667408"/>
                    </a:cubicBezTo>
                    <a:cubicBezTo>
                      <a:pt x="454562" y="663598"/>
                      <a:pt x="440179" y="664264"/>
                      <a:pt x="426082" y="669599"/>
                    </a:cubicBezTo>
                    <a:close/>
                  </a:path>
                </a:pathLst>
              </a:custGeom>
              <a:solidFill>
                <a:srgbClr val="2889C6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375350" y="3522999"/>
                <a:ext cx="1905234" cy="7783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分发家庭手册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75350" y="4331560"/>
                <a:ext cx="1905234" cy="15421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制作幼儿洗手指导手册，供家长参考，帮助孩子在家养成良好习惯。</a:t>
                </a:r>
                <a:endParaRPr lang="en-US" sz="110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0">
              <a:off x="9613665" y="2607596"/>
              <a:ext cx="1905235" cy="3266154"/>
              <a:chOff x="9613665" y="2607596"/>
              <a:chExt cx="1905235" cy="3266154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613665" y="2607596"/>
                <a:ext cx="722171" cy="722171"/>
              </a:xfrm>
              <a:custGeom>
                <a:avLst/>
                <a:gdLst/>
                <a:ahLst/>
                <a:cxnLst/>
                <a:rect l="l" t="t" r="r" b="b"/>
                <a:pathLst>
                  <a:path w="814584" h="834809">
                    <a:moveTo>
                      <a:pt x="181861" y="80477"/>
                    </a:moveTo>
                    <a:cubicBezTo>
                      <a:pt x="180814" y="85525"/>
                      <a:pt x="175384" y="85716"/>
                      <a:pt x="176337" y="91050"/>
                    </a:cubicBezTo>
                    <a:cubicBezTo>
                      <a:pt x="187005" y="90288"/>
                      <a:pt x="194053" y="82573"/>
                      <a:pt x="205007" y="77905"/>
                    </a:cubicBezTo>
                    <a:cubicBezTo>
                      <a:pt x="200149" y="76477"/>
                      <a:pt x="197578" y="75715"/>
                      <a:pt x="194530" y="74857"/>
                    </a:cubicBezTo>
                    <a:cubicBezTo>
                      <a:pt x="199578" y="68095"/>
                      <a:pt x="206722" y="63999"/>
                      <a:pt x="213865" y="62570"/>
                    </a:cubicBezTo>
                    <a:cubicBezTo>
                      <a:pt x="234820" y="58379"/>
                      <a:pt x="252251" y="45139"/>
                      <a:pt x="272063" y="39996"/>
                    </a:cubicBezTo>
                    <a:cubicBezTo>
                      <a:pt x="285684" y="36376"/>
                      <a:pt x="298352" y="29137"/>
                      <a:pt x="313497" y="28471"/>
                    </a:cubicBezTo>
                    <a:cubicBezTo>
                      <a:pt x="333309" y="27709"/>
                      <a:pt x="351025" y="17803"/>
                      <a:pt x="366837" y="5515"/>
                    </a:cubicBezTo>
                    <a:cubicBezTo>
                      <a:pt x="377124" y="-2486"/>
                      <a:pt x="386077" y="-2200"/>
                      <a:pt x="393602" y="9135"/>
                    </a:cubicBezTo>
                    <a:cubicBezTo>
                      <a:pt x="395602" y="12183"/>
                      <a:pt x="398936" y="11707"/>
                      <a:pt x="401508" y="11230"/>
                    </a:cubicBezTo>
                    <a:cubicBezTo>
                      <a:pt x="412652" y="8944"/>
                      <a:pt x="424654" y="11611"/>
                      <a:pt x="434941" y="4277"/>
                    </a:cubicBezTo>
                    <a:cubicBezTo>
                      <a:pt x="442465" y="-1152"/>
                      <a:pt x="453991" y="1991"/>
                      <a:pt x="458372" y="4753"/>
                    </a:cubicBezTo>
                    <a:cubicBezTo>
                      <a:pt x="472755" y="13612"/>
                      <a:pt x="488281" y="10468"/>
                      <a:pt x="502949" y="12945"/>
                    </a:cubicBezTo>
                    <a:cubicBezTo>
                      <a:pt x="545812" y="20184"/>
                      <a:pt x="588198" y="30566"/>
                      <a:pt x="628298" y="46282"/>
                    </a:cubicBezTo>
                    <a:cubicBezTo>
                      <a:pt x="649539" y="54569"/>
                      <a:pt x="669446" y="68952"/>
                      <a:pt x="687829" y="85049"/>
                    </a:cubicBezTo>
                    <a:cubicBezTo>
                      <a:pt x="709737" y="104290"/>
                      <a:pt x="729263" y="124768"/>
                      <a:pt x="745075" y="148962"/>
                    </a:cubicBezTo>
                    <a:cubicBezTo>
                      <a:pt x="779841" y="202207"/>
                      <a:pt x="799843" y="261071"/>
                      <a:pt x="808797" y="323460"/>
                    </a:cubicBezTo>
                    <a:cubicBezTo>
                      <a:pt x="813940" y="359845"/>
                      <a:pt x="815750" y="396802"/>
                      <a:pt x="813845" y="433474"/>
                    </a:cubicBezTo>
                    <a:cubicBezTo>
                      <a:pt x="813083" y="448142"/>
                      <a:pt x="812035" y="463668"/>
                      <a:pt x="805939" y="477574"/>
                    </a:cubicBezTo>
                    <a:cubicBezTo>
                      <a:pt x="803272" y="483766"/>
                      <a:pt x="804987" y="487576"/>
                      <a:pt x="809368" y="492338"/>
                    </a:cubicBezTo>
                    <a:cubicBezTo>
                      <a:pt x="796224" y="491195"/>
                      <a:pt x="799558" y="501482"/>
                      <a:pt x="801367" y="505483"/>
                    </a:cubicBezTo>
                    <a:cubicBezTo>
                      <a:pt x="809654" y="523771"/>
                      <a:pt x="801367" y="541678"/>
                      <a:pt x="795367" y="556061"/>
                    </a:cubicBezTo>
                    <a:cubicBezTo>
                      <a:pt x="789937" y="569205"/>
                      <a:pt x="786127" y="582921"/>
                      <a:pt x="781079" y="596066"/>
                    </a:cubicBezTo>
                    <a:cubicBezTo>
                      <a:pt x="769078" y="627498"/>
                      <a:pt x="756981" y="658930"/>
                      <a:pt x="737074" y="686172"/>
                    </a:cubicBezTo>
                    <a:cubicBezTo>
                      <a:pt x="701926" y="734083"/>
                      <a:pt x="662493" y="777326"/>
                      <a:pt x="606867" y="802949"/>
                    </a:cubicBezTo>
                    <a:cubicBezTo>
                      <a:pt x="573339" y="818379"/>
                      <a:pt x="538954" y="829714"/>
                      <a:pt x="501997" y="832571"/>
                    </a:cubicBezTo>
                    <a:cubicBezTo>
                      <a:pt x="455610" y="836191"/>
                      <a:pt x="409223" y="835905"/>
                      <a:pt x="363122" y="828095"/>
                    </a:cubicBezTo>
                    <a:cubicBezTo>
                      <a:pt x="352168" y="826285"/>
                      <a:pt x="348644" y="813426"/>
                      <a:pt x="336166" y="811902"/>
                    </a:cubicBezTo>
                    <a:cubicBezTo>
                      <a:pt x="311878" y="808949"/>
                      <a:pt x="289494" y="798472"/>
                      <a:pt x="266634" y="790090"/>
                    </a:cubicBezTo>
                    <a:cubicBezTo>
                      <a:pt x="249870" y="783899"/>
                      <a:pt x="234820" y="776564"/>
                      <a:pt x="225010" y="760276"/>
                    </a:cubicBezTo>
                    <a:cubicBezTo>
                      <a:pt x="221295" y="754085"/>
                      <a:pt x="213675" y="749228"/>
                      <a:pt x="206722" y="746084"/>
                    </a:cubicBezTo>
                    <a:cubicBezTo>
                      <a:pt x="171289" y="730273"/>
                      <a:pt x="143095" y="704841"/>
                      <a:pt x="115567" y="678457"/>
                    </a:cubicBezTo>
                    <a:cubicBezTo>
                      <a:pt x="110995" y="674075"/>
                      <a:pt x="107471" y="666646"/>
                      <a:pt x="98613" y="669599"/>
                    </a:cubicBezTo>
                    <a:cubicBezTo>
                      <a:pt x="97470" y="669979"/>
                      <a:pt x="94803" y="668265"/>
                      <a:pt x="93850" y="666836"/>
                    </a:cubicBezTo>
                    <a:cubicBezTo>
                      <a:pt x="71086" y="631784"/>
                      <a:pt x="42701" y="600352"/>
                      <a:pt x="27652" y="560442"/>
                    </a:cubicBezTo>
                    <a:cubicBezTo>
                      <a:pt x="16317" y="530343"/>
                      <a:pt x="12697" y="498339"/>
                      <a:pt x="3934" y="467859"/>
                    </a:cubicBezTo>
                    <a:cubicBezTo>
                      <a:pt x="-1971" y="447380"/>
                      <a:pt x="6887" y="429283"/>
                      <a:pt x="4315" y="409947"/>
                    </a:cubicBezTo>
                    <a:cubicBezTo>
                      <a:pt x="3172" y="401851"/>
                      <a:pt x="3934" y="393469"/>
                      <a:pt x="1553" y="385372"/>
                    </a:cubicBezTo>
                    <a:cubicBezTo>
                      <a:pt x="-3209" y="369847"/>
                      <a:pt x="4315" y="355083"/>
                      <a:pt x="6316" y="340414"/>
                    </a:cubicBezTo>
                    <a:cubicBezTo>
                      <a:pt x="10792" y="308410"/>
                      <a:pt x="18793" y="276787"/>
                      <a:pt x="29938" y="246022"/>
                    </a:cubicBezTo>
                    <a:cubicBezTo>
                      <a:pt x="32700" y="238402"/>
                      <a:pt x="34510" y="226019"/>
                      <a:pt x="39844" y="225257"/>
                    </a:cubicBezTo>
                    <a:cubicBezTo>
                      <a:pt x="56798" y="223066"/>
                      <a:pt x="59656" y="208588"/>
                      <a:pt x="65942" y="198682"/>
                    </a:cubicBezTo>
                    <a:cubicBezTo>
                      <a:pt x="86707" y="166202"/>
                      <a:pt x="114520" y="140770"/>
                      <a:pt x="142904" y="115720"/>
                    </a:cubicBezTo>
                    <a:cubicBezTo>
                      <a:pt x="143952" y="114767"/>
                      <a:pt x="145381" y="114005"/>
                      <a:pt x="146047" y="112862"/>
                    </a:cubicBezTo>
                    <a:cubicBezTo>
                      <a:pt x="153731" y="98575"/>
                      <a:pt x="165669" y="87780"/>
                      <a:pt x="181861" y="80477"/>
                    </a:cubicBezTo>
                    <a:close/>
                    <a:moveTo>
                      <a:pt x="650968" y="199159"/>
                    </a:moveTo>
                    <a:cubicBezTo>
                      <a:pt x="657254" y="215256"/>
                      <a:pt x="663826" y="226781"/>
                      <a:pt x="672875" y="236973"/>
                    </a:cubicBezTo>
                    <a:cubicBezTo>
                      <a:pt x="667636" y="224400"/>
                      <a:pt x="671065" y="207636"/>
                      <a:pt x="650968" y="199159"/>
                    </a:cubicBezTo>
                    <a:close/>
                    <a:moveTo>
                      <a:pt x="426082" y="669599"/>
                    </a:moveTo>
                    <a:cubicBezTo>
                      <a:pt x="440656" y="672361"/>
                      <a:pt x="455038" y="672456"/>
                      <a:pt x="471421" y="667408"/>
                    </a:cubicBezTo>
                    <a:cubicBezTo>
                      <a:pt x="454562" y="663598"/>
                      <a:pt x="440179" y="664264"/>
                      <a:pt x="426082" y="669599"/>
                    </a:cubicBezTo>
                    <a:close/>
                  </a:path>
                </a:pathLst>
              </a:custGeom>
              <a:solidFill>
                <a:srgbClr val="59A1B2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613665" y="3522999"/>
                <a:ext cx="1905234" cy="7783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设立家庭榜样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613666" y="4331560"/>
                <a:ext cx="1905234" cy="154219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鼓励家长以身作则，和孩子一起养成随时随地正确洗手的好习惯。</a:t>
                </a:r>
                <a:endParaRPr lang="en-US" sz="1100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与家长合作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578220"/>
            <a:ext cx="5524500" cy="88331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评估与持续改善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2473389"/>
            <a:ext cx="5524500" cy="22069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确保洗手教育的有效性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97a09e0-8cfe-4dea-8619-82ab452c850a"/>
          <p:cNvGrpSpPr/>
          <p:nvPr/>
        </p:nvGrpSpPr>
        <p:grpSpPr>
          <a:xfrm rot="0">
            <a:off x="0" y="1130300"/>
            <a:ext cx="12192000" cy="5727701"/>
            <a:chOff x="0" y="1130300"/>
            <a:chExt cx="12192000" cy="5727701"/>
          </a:xfrm>
        </p:grpSpPr>
        <p:sp>
          <p:nvSpPr>
            <p:cNvPr id="3" name="AutoShape 3"/>
            <p:cNvSpPr/>
            <p:nvPr/>
          </p:nvSpPr>
          <p:spPr>
            <a:xfrm>
              <a:off x="0" y="5376748"/>
              <a:ext cx="1208684" cy="1481252"/>
            </a:xfrm>
            <a:custGeom>
              <a:avLst/>
              <a:gdLst/>
              <a:ahLst/>
              <a:cxnLst/>
              <a:rect l="l" t="t" r="r" b="b"/>
              <a:pathLst>
                <a:path w="1208684" h="1481252">
                  <a:moveTo>
                    <a:pt x="0" y="0"/>
                  </a:moveTo>
                  <a:lnTo>
                    <a:pt x="123720" y="32371"/>
                  </a:lnTo>
                  <a:cubicBezTo>
                    <a:pt x="765431" y="247430"/>
                    <a:pt x="1079366" y="713459"/>
                    <a:pt x="1182464" y="1266357"/>
                  </a:cubicBezTo>
                  <a:lnTo>
                    <a:pt x="1208684" y="1481252"/>
                  </a:lnTo>
                  <a:lnTo>
                    <a:pt x="0" y="14812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5331000" y="5727702"/>
              <a:ext cx="6861000" cy="1130299"/>
            </a:xfrm>
            <a:custGeom>
              <a:avLst/>
              <a:gdLst/>
              <a:ahLst/>
              <a:cxnLst/>
              <a:rect l="l" t="t" r="r" b="b"/>
              <a:pathLst>
                <a:path w="6861000" h="1501947">
                  <a:moveTo>
                    <a:pt x="6506658" y="481"/>
                  </a:moveTo>
                  <a:cubicBezTo>
                    <a:pt x="6594377" y="3423"/>
                    <a:pt x="6687061" y="19976"/>
                    <a:pt x="6785798" y="53067"/>
                  </a:cubicBezTo>
                  <a:lnTo>
                    <a:pt x="6861000" y="81891"/>
                  </a:lnTo>
                  <a:lnTo>
                    <a:pt x="6861000" y="1501947"/>
                  </a:lnTo>
                  <a:lnTo>
                    <a:pt x="0" y="1501947"/>
                  </a:lnTo>
                  <a:lnTo>
                    <a:pt x="95041" y="1421274"/>
                  </a:lnTo>
                  <a:cubicBezTo>
                    <a:pt x="385580" y="1195734"/>
                    <a:pt x="723450" y="1036352"/>
                    <a:pt x="1090454" y="972930"/>
                  </a:cubicBezTo>
                  <a:cubicBezTo>
                    <a:pt x="1765491" y="856230"/>
                    <a:pt x="2450089" y="1045141"/>
                    <a:pt x="3126144" y="1155681"/>
                  </a:cubicBezTo>
                  <a:cubicBezTo>
                    <a:pt x="3758070" y="1259062"/>
                    <a:pt x="4456982" y="1283830"/>
                    <a:pt x="5021837" y="935024"/>
                  </a:cubicBezTo>
                  <a:cubicBezTo>
                    <a:pt x="5521894" y="626181"/>
                    <a:pt x="5892623" y="-20118"/>
                    <a:pt x="6506658" y="481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10858500" cy="930025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监测和评估洗手习惯的养成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401" y="2564782"/>
              <a:ext cx="1991808" cy="3162918"/>
              <a:chOff x="796925" y="2488134"/>
              <a:chExt cx="2394667" cy="3802643"/>
            </a:xfrm>
          </p:grpSpPr>
          <p:grpSp>
            <p:nvGrpSpPr>
              <p:cNvPr id="7" name="Group 7"/>
              <p:cNvGrpSpPr/>
              <p:nvPr/>
            </p:nvGrpSpPr>
            <p:grpSpPr>
              <a:xfrm rot="0">
                <a:off x="1280509" y="2488134"/>
                <a:ext cx="1427499" cy="1124685"/>
                <a:chOff x="1635750" y="2488134"/>
                <a:chExt cx="1427499" cy="1124685"/>
              </a:xfrm>
            </p:grpSpPr>
            <p:sp>
              <p:nvSpPr>
                <p:cNvPr id="8" name="AutoShape 8"/>
                <p:cNvSpPr/>
                <p:nvPr/>
              </p:nvSpPr>
              <p:spPr>
                <a:xfrm flipH="1">
                  <a:off x="2915854" y="2488134"/>
                  <a:ext cx="128343" cy="196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76" h="197343">
                      <a:moveTo>
                        <a:pt x="129967" y="102962"/>
                      </a:moveTo>
                      <a:cubicBezTo>
                        <a:pt x="99438" y="72173"/>
                        <a:pt x="86217" y="40793"/>
                        <a:pt x="78276" y="608"/>
                      </a:cubicBezTo>
                      <a:cubicBezTo>
                        <a:pt x="61530" y="33757"/>
                        <a:pt x="35677" y="65809"/>
                        <a:pt x="1390" y="88109"/>
                      </a:cubicBezTo>
                      <a:cubicBezTo>
                        <a:pt x="22374" y="113249"/>
                        <a:pt x="49584" y="153954"/>
                        <a:pt x="55235" y="197952"/>
                      </a:cubicBezTo>
                      <a:cubicBezTo>
                        <a:pt x="74628" y="155079"/>
                        <a:pt x="101495" y="122588"/>
                        <a:pt x="129967" y="102962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635750" y="2682794"/>
                  <a:ext cx="1427499" cy="93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861" h="930025">
                      <a:moveTo>
                        <a:pt x="841305" y="96"/>
                      </a:moveTo>
                      <a:cubicBezTo>
                        <a:pt x="941185" y="-1146"/>
                        <a:pt x="1040286" y="9648"/>
                        <a:pt x="1135403" y="39966"/>
                      </a:cubicBezTo>
                      <a:cubicBezTo>
                        <a:pt x="1287914" y="88582"/>
                        <a:pt x="1430587" y="196623"/>
                        <a:pt x="1496250" y="345501"/>
                      </a:cubicBezTo>
                      <a:cubicBezTo>
                        <a:pt x="1536847" y="437533"/>
                        <a:pt x="1506531" y="476853"/>
                        <a:pt x="1448673" y="553503"/>
                      </a:cubicBezTo>
                      <a:cubicBezTo>
                        <a:pt x="1394868" y="624780"/>
                        <a:pt x="1330886" y="688334"/>
                        <a:pt x="1259492" y="741962"/>
                      </a:cubicBezTo>
                      <a:cubicBezTo>
                        <a:pt x="1177909" y="803232"/>
                        <a:pt x="1086493" y="851566"/>
                        <a:pt x="989545" y="883479"/>
                      </a:cubicBezTo>
                      <a:cubicBezTo>
                        <a:pt x="766020" y="957074"/>
                        <a:pt x="514847" y="942882"/>
                        <a:pt x="301032" y="844574"/>
                      </a:cubicBezTo>
                      <a:cubicBezTo>
                        <a:pt x="223866" y="809099"/>
                        <a:pt x="150605" y="762342"/>
                        <a:pt x="94522" y="698561"/>
                      </a:cubicBezTo>
                      <a:cubicBezTo>
                        <a:pt x="38435" y="634788"/>
                        <a:pt x="542" y="552716"/>
                        <a:pt x="6" y="467786"/>
                      </a:cubicBezTo>
                      <a:cubicBezTo>
                        <a:pt x="-784" y="341400"/>
                        <a:pt x="81435" y="225486"/>
                        <a:pt x="186787" y="155657"/>
                      </a:cubicBezTo>
                      <a:cubicBezTo>
                        <a:pt x="292136" y="85837"/>
                        <a:pt x="418182" y="55005"/>
                        <a:pt x="542540" y="32444"/>
                      </a:cubicBezTo>
                      <a:cubicBezTo>
                        <a:pt x="640769" y="14617"/>
                        <a:pt x="741426" y="1338"/>
                        <a:pt x="841305" y="96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796925" y="3623035"/>
                <a:ext cx="2394667" cy="78611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定期观察记录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6925" y="4409146"/>
                <a:ext cx="2394667" cy="18816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教师需在日常活动中详细记录幼儿洗手情况，以便分析习惯养成效果。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2877074" y="2564782"/>
              <a:ext cx="1991808" cy="3162918"/>
              <a:chOff x="4530725" y="2488134"/>
              <a:chExt cx="2394667" cy="3802643"/>
            </a:xfrm>
          </p:grpSpPr>
          <p:grpSp>
            <p:nvGrpSpPr>
              <p:cNvPr id="13" name="Group 13"/>
              <p:cNvGrpSpPr/>
              <p:nvPr/>
            </p:nvGrpSpPr>
            <p:grpSpPr>
              <a:xfrm rot="0">
                <a:off x="4950137" y="2488134"/>
                <a:ext cx="1555842" cy="1124686"/>
                <a:chOff x="5369550" y="2488134"/>
                <a:chExt cx="1555842" cy="1124686"/>
              </a:xfrm>
            </p:grpSpPr>
            <p:sp>
              <p:nvSpPr>
                <p:cNvPr id="14" name="AutoShape 14"/>
                <p:cNvSpPr/>
                <p:nvPr/>
              </p:nvSpPr>
              <p:spPr>
                <a:xfrm flipH="1">
                  <a:off x="6797049" y="2488134"/>
                  <a:ext cx="128343" cy="196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76" h="197343">
                      <a:moveTo>
                        <a:pt x="129967" y="102962"/>
                      </a:moveTo>
                      <a:cubicBezTo>
                        <a:pt x="99438" y="72173"/>
                        <a:pt x="86217" y="40793"/>
                        <a:pt x="78276" y="608"/>
                      </a:cubicBezTo>
                      <a:cubicBezTo>
                        <a:pt x="61530" y="33757"/>
                        <a:pt x="35677" y="65809"/>
                        <a:pt x="1390" y="88109"/>
                      </a:cubicBezTo>
                      <a:cubicBezTo>
                        <a:pt x="22374" y="113249"/>
                        <a:pt x="49584" y="153954"/>
                        <a:pt x="55235" y="197952"/>
                      </a:cubicBezTo>
                      <a:cubicBezTo>
                        <a:pt x="74628" y="155079"/>
                        <a:pt x="101495" y="122588"/>
                        <a:pt x="129967" y="102962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369550" y="2579606"/>
                  <a:ext cx="1427499" cy="103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861" h="930025">
                      <a:moveTo>
                        <a:pt x="841305" y="96"/>
                      </a:moveTo>
                      <a:cubicBezTo>
                        <a:pt x="941185" y="-1146"/>
                        <a:pt x="1040286" y="9648"/>
                        <a:pt x="1135403" y="39966"/>
                      </a:cubicBezTo>
                      <a:cubicBezTo>
                        <a:pt x="1287914" y="88582"/>
                        <a:pt x="1430587" y="196623"/>
                        <a:pt x="1496250" y="345501"/>
                      </a:cubicBezTo>
                      <a:cubicBezTo>
                        <a:pt x="1536847" y="437533"/>
                        <a:pt x="1506531" y="476853"/>
                        <a:pt x="1448673" y="553503"/>
                      </a:cubicBezTo>
                      <a:cubicBezTo>
                        <a:pt x="1394868" y="624780"/>
                        <a:pt x="1330886" y="688334"/>
                        <a:pt x="1259492" y="741962"/>
                      </a:cubicBezTo>
                      <a:cubicBezTo>
                        <a:pt x="1177909" y="803232"/>
                        <a:pt x="1086493" y="851566"/>
                        <a:pt x="989545" y="883479"/>
                      </a:cubicBezTo>
                      <a:cubicBezTo>
                        <a:pt x="766020" y="957074"/>
                        <a:pt x="514847" y="942882"/>
                        <a:pt x="301032" y="844574"/>
                      </a:cubicBezTo>
                      <a:cubicBezTo>
                        <a:pt x="223866" y="809099"/>
                        <a:pt x="150605" y="762342"/>
                        <a:pt x="94522" y="698561"/>
                      </a:cubicBezTo>
                      <a:cubicBezTo>
                        <a:pt x="38435" y="634788"/>
                        <a:pt x="542" y="552716"/>
                        <a:pt x="6" y="467786"/>
                      </a:cubicBezTo>
                      <a:cubicBezTo>
                        <a:pt x="-784" y="341400"/>
                        <a:pt x="81435" y="225486"/>
                        <a:pt x="186787" y="155657"/>
                      </a:cubicBezTo>
                      <a:cubicBezTo>
                        <a:pt x="292136" y="85837"/>
                        <a:pt x="418182" y="55005"/>
                        <a:pt x="542540" y="32444"/>
                      </a:cubicBezTo>
                      <a:cubicBezTo>
                        <a:pt x="640769" y="14617"/>
                        <a:pt x="741426" y="1338"/>
                        <a:pt x="841305" y="96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4530725" y="3623035"/>
                <a:ext cx="2394667" cy="78611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家长反馈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30725" y="4409146"/>
                <a:ext cx="2394667" cy="18816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通过问卷或面谈，收集家长对幼儿在家洗手表现的意见与建议。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0">
              <a:off x="5093747" y="2564782"/>
              <a:ext cx="1991808" cy="3162918"/>
              <a:chOff x="8277227" y="2488134"/>
              <a:chExt cx="2394667" cy="3802643"/>
            </a:xfrm>
          </p:grpSpPr>
          <p:grpSp>
            <p:nvGrpSpPr>
              <p:cNvPr id="19" name="Group 19"/>
              <p:cNvGrpSpPr/>
              <p:nvPr/>
            </p:nvGrpSpPr>
            <p:grpSpPr>
              <a:xfrm rot="0">
                <a:off x="8696639" y="2488134"/>
                <a:ext cx="1555842" cy="1124686"/>
                <a:chOff x="9116052" y="2488134"/>
                <a:chExt cx="1555842" cy="1124686"/>
              </a:xfrm>
            </p:grpSpPr>
            <p:sp>
              <p:nvSpPr>
                <p:cNvPr id="20" name="AutoShape 20"/>
                <p:cNvSpPr/>
                <p:nvPr/>
              </p:nvSpPr>
              <p:spPr>
                <a:xfrm flipH="1">
                  <a:off x="10543551" y="2488134"/>
                  <a:ext cx="128343" cy="196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76" h="197343">
                      <a:moveTo>
                        <a:pt x="129967" y="102962"/>
                      </a:moveTo>
                      <a:cubicBezTo>
                        <a:pt x="99438" y="72173"/>
                        <a:pt x="86217" y="40793"/>
                        <a:pt x="78276" y="608"/>
                      </a:cubicBezTo>
                      <a:cubicBezTo>
                        <a:pt x="61530" y="33757"/>
                        <a:pt x="35677" y="65809"/>
                        <a:pt x="1390" y="88109"/>
                      </a:cubicBezTo>
                      <a:cubicBezTo>
                        <a:pt x="22374" y="113249"/>
                        <a:pt x="49584" y="153954"/>
                        <a:pt x="55235" y="197952"/>
                      </a:cubicBezTo>
                      <a:cubicBezTo>
                        <a:pt x="74628" y="155079"/>
                        <a:pt x="101495" y="122588"/>
                        <a:pt x="129967" y="102962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 flipH="1">
                  <a:off x="9116052" y="2579606"/>
                  <a:ext cx="1427499" cy="103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861" h="930025">
                      <a:moveTo>
                        <a:pt x="841305" y="96"/>
                      </a:moveTo>
                      <a:cubicBezTo>
                        <a:pt x="941185" y="-1146"/>
                        <a:pt x="1040286" y="9648"/>
                        <a:pt x="1135403" y="39966"/>
                      </a:cubicBezTo>
                      <a:cubicBezTo>
                        <a:pt x="1287914" y="88582"/>
                        <a:pt x="1430587" y="196623"/>
                        <a:pt x="1496250" y="345501"/>
                      </a:cubicBezTo>
                      <a:cubicBezTo>
                        <a:pt x="1536847" y="437533"/>
                        <a:pt x="1506531" y="476853"/>
                        <a:pt x="1448673" y="553503"/>
                      </a:cubicBezTo>
                      <a:cubicBezTo>
                        <a:pt x="1394868" y="624780"/>
                        <a:pt x="1330886" y="688334"/>
                        <a:pt x="1259492" y="741962"/>
                      </a:cubicBezTo>
                      <a:cubicBezTo>
                        <a:pt x="1177909" y="803232"/>
                        <a:pt x="1086493" y="851566"/>
                        <a:pt x="989545" y="883479"/>
                      </a:cubicBezTo>
                      <a:cubicBezTo>
                        <a:pt x="766020" y="957074"/>
                        <a:pt x="514847" y="942882"/>
                        <a:pt x="301032" y="844574"/>
                      </a:cubicBezTo>
                      <a:cubicBezTo>
                        <a:pt x="223866" y="809099"/>
                        <a:pt x="150605" y="762342"/>
                        <a:pt x="94522" y="698561"/>
                      </a:cubicBezTo>
                      <a:cubicBezTo>
                        <a:pt x="38435" y="634788"/>
                        <a:pt x="542" y="552716"/>
                        <a:pt x="6" y="467786"/>
                      </a:cubicBezTo>
                      <a:cubicBezTo>
                        <a:pt x="-784" y="341400"/>
                        <a:pt x="81435" y="225486"/>
                        <a:pt x="186787" y="155657"/>
                      </a:cubicBezTo>
                      <a:cubicBezTo>
                        <a:pt x="292136" y="85837"/>
                        <a:pt x="418182" y="55005"/>
                        <a:pt x="542540" y="32444"/>
                      </a:cubicBezTo>
                      <a:cubicBezTo>
                        <a:pt x="640769" y="14617"/>
                        <a:pt x="741426" y="1338"/>
                        <a:pt x="841305" y="96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277227" y="3623035"/>
                <a:ext cx="2394667" cy="78611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卫生检查评比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77227" y="4409146"/>
                <a:ext cx="2394667" cy="18816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定期开展班级间的卫生评比活动，激励幼儿保持良好洗手习惯。</a:t>
                </a:r>
                <a:endParaRPr lang="en-US" sz="1100"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0">
              <a:off x="7310420" y="2564782"/>
              <a:ext cx="1991808" cy="3162918"/>
              <a:chOff x="4530725" y="2488134"/>
              <a:chExt cx="2394667" cy="3802643"/>
            </a:xfrm>
          </p:grpSpPr>
          <p:grpSp>
            <p:nvGrpSpPr>
              <p:cNvPr id="25" name="Group 25"/>
              <p:cNvGrpSpPr/>
              <p:nvPr/>
            </p:nvGrpSpPr>
            <p:grpSpPr>
              <a:xfrm rot="0">
                <a:off x="4950137" y="2488134"/>
                <a:ext cx="1555842" cy="1124686"/>
                <a:chOff x="5369550" y="2488134"/>
                <a:chExt cx="1555842" cy="1124686"/>
              </a:xfrm>
            </p:grpSpPr>
            <p:sp>
              <p:nvSpPr>
                <p:cNvPr id="26" name="AutoShape 26"/>
                <p:cNvSpPr/>
                <p:nvPr/>
              </p:nvSpPr>
              <p:spPr>
                <a:xfrm flipH="1">
                  <a:off x="6797049" y="2488134"/>
                  <a:ext cx="128343" cy="196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76" h="197343">
                      <a:moveTo>
                        <a:pt x="129967" y="102962"/>
                      </a:moveTo>
                      <a:cubicBezTo>
                        <a:pt x="99438" y="72173"/>
                        <a:pt x="86217" y="40793"/>
                        <a:pt x="78276" y="608"/>
                      </a:cubicBezTo>
                      <a:cubicBezTo>
                        <a:pt x="61530" y="33757"/>
                        <a:pt x="35677" y="65809"/>
                        <a:pt x="1390" y="88109"/>
                      </a:cubicBezTo>
                      <a:cubicBezTo>
                        <a:pt x="22374" y="113249"/>
                        <a:pt x="49584" y="153954"/>
                        <a:pt x="55235" y="197952"/>
                      </a:cubicBezTo>
                      <a:cubicBezTo>
                        <a:pt x="74628" y="155079"/>
                        <a:pt x="101495" y="122588"/>
                        <a:pt x="129967" y="102962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369550" y="2579606"/>
                  <a:ext cx="1427499" cy="103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861" h="930025">
                      <a:moveTo>
                        <a:pt x="841305" y="96"/>
                      </a:moveTo>
                      <a:cubicBezTo>
                        <a:pt x="941185" y="-1146"/>
                        <a:pt x="1040286" y="9648"/>
                        <a:pt x="1135403" y="39966"/>
                      </a:cubicBezTo>
                      <a:cubicBezTo>
                        <a:pt x="1287914" y="88582"/>
                        <a:pt x="1430587" y="196623"/>
                        <a:pt x="1496250" y="345501"/>
                      </a:cubicBezTo>
                      <a:cubicBezTo>
                        <a:pt x="1536847" y="437533"/>
                        <a:pt x="1506531" y="476853"/>
                        <a:pt x="1448673" y="553503"/>
                      </a:cubicBezTo>
                      <a:cubicBezTo>
                        <a:pt x="1394868" y="624780"/>
                        <a:pt x="1330886" y="688334"/>
                        <a:pt x="1259492" y="741962"/>
                      </a:cubicBezTo>
                      <a:cubicBezTo>
                        <a:pt x="1177909" y="803232"/>
                        <a:pt x="1086493" y="851566"/>
                        <a:pt x="989545" y="883479"/>
                      </a:cubicBezTo>
                      <a:cubicBezTo>
                        <a:pt x="766020" y="957074"/>
                        <a:pt x="514847" y="942882"/>
                        <a:pt x="301032" y="844574"/>
                      </a:cubicBezTo>
                      <a:cubicBezTo>
                        <a:pt x="223866" y="809099"/>
                        <a:pt x="150605" y="762342"/>
                        <a:pt x="94522" y="698561"/>
                      </a:cubicBezTo>
                      <a:cubicBezTo>
                        <a:pt x="38435" y="634788"/>
                        <a:pt x="542" y="552716"/>
                        <a:pt x="6" y="467786"/>
                      </a:cubicBezTo>
                      <a:cubicBezTo>
                        <a:pt x="-784" y="341400"/>
                        <a:pt x="81435" y="225486"/>
                        <a:pt x="186787" y="155657"/>
                      </a:cubicBezTo>
                      <a:cubicBezTo>
                        <a:pt x="292136" y="85837"/>
                        <a:pt x="418182" y="55005"/>
                        <a:pt x="542540" y="32444"/>
                      </a:cubicBezTo>
                      <a:cubicBezTo>
                        <a:pt x="640769" y="14617"/>
                        <a:pt x="741426" y="1338"/>
                        <a:pt x="841305" y="96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04</a:t>
                  </a:r>
                  <a:endParaRPr lang="en-US" sz="1100"/>
                </a:p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530725" y="3623035"/>
                <a:ext cx="2394667" cy="78611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健康状况调查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30725" y="4409146"/>
                <a:ext cx="2394667" cy="18816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统计幼儿因病缺勤情况，评估洗手教育对健康状况的实际影响。</a:t>
                </a:r>
                <a:endParaRPr lang="en-US" sz="1100"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0">
              <a:off x="9527092" y="2564782"/>
              <a:ext cx="1991808" cy="3162918"/>
              <a:chOff x="4530725" y="2488134"/>
              <a:chExt cx="2394667" cy="3802643"/>
            </a:xfrm>
          </p:grpSpPr>
          <p:grpSp>
            <p:nvGrpSpPr>
              <p:cNvPr id="31" name="Group 31"/>
              <p:cNvGrpSpPr/>
              <p:nvPr/>
            </p:nvGrpSpPr>
            <p:grpSpPr>
              <a:xfrm rot="0">
                <a:off x="4950137" y="2488134"/>
                <a:ext cx="1555842" cy="1124686"/>
                <a:chOff x="5369550" y="2488134"/>
                <a:chExt cx="1555842" cy="1124686"/>
              </a:xfrm>
            </p:grpSpPr>
            <p:sp>
              <p:nvSpPr>
                <p:cNvPr id="32" name="AutoShape 32"/>
                <p:cNvSpPr/>
                <p:nvPr/>
              </p:nvSpPr>
              <p:spPr>
                <a:xfrm flipH="1">
                  <a:off x="6797049" y="2488134"/>
                  <a:ext cx="128343" cy="196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76" h="197343">
                      <a:moveTo>
                        <a:pt x="129967" y="102962"/>
                      </a:moveTo>
                      <a:cubicBezTo>
                        <a:pt x="99438" y="72173"/>
                        <a:pt x="86217" y="40793"/>
                        <a:pt x="78276" y="608"/>
                      </a:cubicBezTo>
                      <a:cubicBezTo>
                        <a:pt x="61530" y="33757"/>
                        <a:pt x="35677" y="65809"/>
                        <a:pt x="1390" y="88109"/>
                      </a:cubicBezTo>
                      <a:cubicBezTo>
                        <a:pt x="22374" y="113249"/>
                        <a:pt x="49584" y="153954"/>
                        <a:pt x="55235" y="197952"/>
                      </a:cubicBezTo>
                      <a:cubicBezTo>
                        <a:pt x="74628" y="155079"/>
                        <a:pt x="101495" y="122588"/>
                        <a:pt x="129967" y="102962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5369550" y="2579606"/>
                  <a:ext cx="1427499" cy="103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4861" h="930025">
                      <a:moveTo>
                        <a:pt x="841305" y="96"/>
                      </a:moveTo>
                      <a:cubicBezTo>
                        <a:pt x="941185" y="-1146"/>
                        <a:pt x="1040286" y="9648"/>
                        <a:pt x="1135403" y="39966"/>
                      </a:cubicBezTo>
                      <a:cubicBezTo>
                        <a:pt x="1287914" y="88582"/>
                        <a:pt x="1430587" y="196623"/>
                        <a:pt x="1496250" y="345501"/>
                      </a:cubicBezTo>
                      <a:cubicBezTo>
                        <a:pt x="1536847" y="437533"/>
                        <a:pt x="1506531" y="476853"/>
                        <a:pt x="1448673" y="553503"/>
                      </a:cubicBezTo>
                      <a:cubicBezTo>
                        <a:pt x="1394868" y="624780"/>
                        <a:pt x="1330886" y="688334"/>
                        <a:pt x="1259492" y="741962"/>
                      </a:cubicBezTo>
                      <a:cubicBezTo>
                        <a:pt x="1177909" y="803232"/>
                        <a:pt x="1086493" y="851566"/>
                        <a:pt x="989545" y="883479"/>
                      </a:cubicBezTo>
                      <a:cubicBezTo>
                        <a:pt x="766020" y="957074"/>
                        <a:pt x="514847" y="942882"/>
                        <a:pt x="301032" y="844574"/>
                      </a:cubicBezTo>
                      <a:cubicBezTo>
                        <a:pt x="223866" y="809099"/>
                        <a:pt x="150605" y="762342"/>
                        <a:pt x="94522" y="698561"/>
                      </a:cubicBezTo>
                      <a:cubicBezTo>
                        <a:pt x="38435" y="634788"/>
                        <a:pt x="542" y="552716"/>
                        <a:pt x="6" y="467786"/>
                      </a:cubicBezTo>
                      <a:cubicBezTo>
                        <a:pt x="-784" y="341400"/>
                        <a:pt x="81435" y="225486"/>
                        <a:pt x="186787" y="155657"/>
                      </a:cubicBezTo>
                      <a:cubicBezTo>
                        <a:pt x="292136" y="85837"/>
                        <a:pt x="418182" y="55005"/>
                        <a:pt x="542540" y="32444"/>
                      </a:cubicBezTo>
                      <a:cubicBezTo>
                        <a:pt x="640769" y="14617"/>
                        <a:pt x="741426" y="1338"/>
                        <a:pt x="841305" y="96"/>
                      </a:cubicBezTo>
                      <a:close/>
                    </a:path>
                  </a:pathLst>
                </a:custGeom>
                <a:solidFill>
                  <a:srgbClr val="18C7B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800" b="1" i="0"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05</a:t>
                  </a:r>
                  <a:endParaRPr lang="en-US" sz="1100"/>
                </a:p>
              </p:txBody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4530725" y="3623035"/>
                <a:ext cx="2394667" cy="78611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习惯养成分析</a:t>
                </a:r>
                <a:endParaRPr lang="en-US" sz="110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30725" y="4409146"/>
                <a:ext cx="2394667" cy="18816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通过数据分析幼儿洗手频率与正确性，找出教育中的不足并改进。</a:t>
                </a:r>
                <a:endParaRPr lang="en-US" sz="1100"/>
              </a:p>
            </p:txBody>
          </p:sp>
        </p:grpSp>
      </p:grpSp>
      <p:sp>
        <p:nvSpPr>
          <p:cNvPr id="36" name="TextBox 3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活动效果评估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a0ee745-73ab-4d41-b8ec-fb35c6d1c5e8"/>
          <p:cNvGrpSpPr/>
          <p:nvPr/>
        </p:nvGrpSpPr>
        <p:grpSpPr>
          <a:xfrm rot="0">
            <a:off x="0" y="1130301"/>
            <a:ext cx="12192000" cy="5727699"/>
            <a:chOff x="0" y="1130301"/>
            <a:chExt cx="12192000" cy="5727699"/>
          </a:xfrm>
        </p:grpSpPr>
        <p:sp>
          <p:nvSpPr>
            <p:cNvPr id="3" name="AutoShape 3"/>
            <p:cNvSpPr/>
            <p:nvPr/>
          </p:nvSpPr>
          <p:spPr>
            <a:xfrm>
              <a:off x="0" y="2381706"/>
              <a:ext cx="12192000" cy="4476294"/>
            </a:xfrm>
            <a:custGeom>
              <a:avLst/>
              <a:gdLst/>
              <a:ahLst/>
              <a:cxnLst/>
              <a:rect l="l" t="t" r="r" b="b"/>
              <a:pathLst>
                <a:path w="12192000" h="4476294">
                  <a:moveTo>
                    <a:pt x="12192000" y="0"/>
                  </a:moveTo>
                  <a:lnTo>
                    <a:pt x="12192000" y="4476294"/>
                  </a:lnTo>
                  <a:lnTo>
                    <a:pt x="0" y="4476294"/>
                  </a:lnTo>
                  <a:lnTo>
                    <a:pt x="0" y="969417"/>
                  </a:lnTo>
                  <a:lnTo>
                    <a:pt x="58231" y="993669"/>
                  </a:lnTo>
                  <a:cubicBezTo>
                    <a:pt x="578268" y="1213104"/>
                    <a:pt x="1216192" y="1472410"/>
                    <a:pt x="1973179" y="1420273"/>
                  </a:cubicBezTo>
                  <a:cubicBezTo>
                    <a:pt x="3184358" y="1336854"/>
                    <a:pt x="5205664" y="255616"/>
                    <a:pt x="6516303" y="217115"/>
                  </a:cubicBezTo>
                  <a:cubicBezTo>
                    <a:pt x="7826943" y="178614"/>
                    <a:pt x="8714072" y="1232581"/>
                    <a:pt x="9837019" y="1189267"/>
                  </a:cubicBezTo>
                  <a:cubicBezTo>
                    <a:pt x="10538861" y="1162196"/>
                    <a:pt x="11317780" y="453962"/>
                    <a:pt x="12041006" y="72680"/>
                  </a:cubicBezTo>
                  <a:close/>
                </a:path>
              </a:pathLst>
            </a:custGeom>
            <a:solidFill>
              <a:srgbClr val="15A5E5">
                <a:alpha val="100000"/>
                <a:lumMod val="5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399" y="1130301"/>
              <a:ext cx="10858500" cy="604106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适应不同幼儿的需求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0400" y="1873413"/>
              <a:ext cx="3284821" cy="2408972"/>
            </a:xfrm>
            <a:prstGeom prst="roundRect">
              <a:avLst>
                <a:gd name="adj" fmla="val 8841"/>
              </a:avLst>
            </a:prstGeom>
            <a:blipFill rotWithShape="1">
              <a:blip r:embed="rId1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414303" y="1873413"/>
              <a:ext cx="3284821" cy="2408972"/>
            </a:xfrm>
            <a:prstGeom prst="roundRect">
              <a:avLst>
                <a:gd name="adj" fmla="val 8841"/>
              </a:avLst>
            </a:prstGeom>
            <a:blipFill rotWithShape="1">
              <a:blip r:embed="rId2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8168206" y="1873413"/>
              <a:ext cx="3284821" cy="2408972"/>
            </a:xfrm>
            <a:prstGeom prst="roundRect">
              <a:avLst>
                <a:gd name="adj" fmla="val 8841"/>
              </a:avLst>
            </a:prstGeom>
            <a:blipFill rotWithShape="1">
              <a:blip r:embed="rId3">
                <a:alphaModFix amt="100000"/>
                <a:alphaModFix amt="100000"/>
              </a:blip>
              <a:stretch>
                <a:fillRect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 rot="0">
              <a:off x="660400" y="4421391"/>
              <a:ext cx="3284822" cy="1712709"/>
              <a:chOff x="660400" y="4421391"/>
              <a:chExt cx="3284822" cy="171270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60400" y="4690237"/>
                <a:ext cx="720000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5A5E5">
                  <a:alpha val="5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90974" y="4421391"/>
                <a:ext cx="2454247" cy="584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个性化指导方案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90975" y="5006286"/>
                <a:ext cx="2454247" cy="11278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针对不同性格和学习能力的幼儿制定专属指导计划，确保每个孩子都能有效掌握洗手技能。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0">
              <a:off x="4414303" y="4421391"/>
              <a:ext cx="3350694" cy="1712709"/>
              <a:chOff x="4414303" y="4421391"/>
              <a:chExt cx="3350694" cy="1712709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414303" y="4742701"/>
                <a:ext cx="720000" cy="720000"/>
              </a:xfrm>
              <a:prstGeom prst="roundRect">
                <a:avLst>
                  <a:gd name="adj" fmla="val 50000"/>
                </a:avLst>
              </a:prstGeom>
              <a:solidFill>
                <a:srgbClr val="FF8AB4">
                  <a:alpha val="5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301707" y="4421391"/>
                <a:ext cx="2463290" cy="584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多元化教学资源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01707" y="5006286"/>
                <a:ext cx="2463290" cy="11278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利用视频、动画、绘本等多种形式的教学资源，提高洗手教育的趣味性和吸引力，增强幼儿的学习体验。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8161551" y="4421391"/>
              <a:ext cx="3350694" cy="1712709"/>
              <a:chOff x="8161551" y="4421391"/>
              <a:chExt cx="3350694" cy="171270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8161551" y="4742701"/>
                <a:ext cx="720000" cy="720000"/>
              </a:xfrm>
              <a:prstGeom prst="roundRect">
                <a:avLst>
                  <a:gd name="adj" fmla="val 50000"/>
                </a:avLst>
              </a:prstGeom>
              <a:solidFill>
                <a:srgbClr val="15A5E5">
                  <a:alpha val="5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048955" y="4421391"/>
                <a:ext cx="2463290" cy="5848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灵活调整教学方法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048955" y="5006286"/>
                <a:ext cx="2463290" cy="112781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根据幼儿在洗手环节中的实际表现，灵活调整教学方法，确保教育策略能够适应幼儿的成长变化和需求。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不断优化教育策略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fdf5fb1-364b-4622-9e32-19d89a202b25"/>
          <p:cNvGrpSpPr/>
          <p:nvPr/>
        </p:nvGrpSpPr>
        <p:grpSpPr>
          <a:xfrm rot="0">
            <a:off x="722337" y="1130300"/>
            <a:ext cx="10604499" cy="4597400"/>
            <a:chOff x="722337" y="1130300"/>
            <a:chExt cx="10604499" cy="4597400"/>
          </a:xfrm>
        </p:grpSpPr>
        <p:sp>
          <p:nvSpPr>
            <p:cNvPr id="3" name="TextBox 3"/>
            <p:cNvSpPr txBox="1"/>
            <p:nvPr/>
          </p:nvSpPr>
          <p:spPr>
            <a:xfrm>
              <a:off x="1955800" y="1130300"/>
              <a:ext cx="8280400" cy="69849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长期健康教育目标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722337" y="2631739"/>
              <a:ext cx="10604499" cy="444788"/>
            </a:xfrm>
            <a:prstGeom prst="homePlate">
              <a:avLst/>
            </a:prstGeom>
            <a:solidFill>
              <a:srgbClr val="15A5E5">
                <a:alpha val="14901"/>
              </a:srgbClr>
            </a:solidFill>
            <a:ln w="190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793750" y="2955285"/>
              <a:ext cx="3101975" cy="2772415"/>
              <a:chOff x="793750" y="2955285"/>
              <a:chExt cx="3101975" cy="277241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793750" y="3302000"/>
                <a:ext cx="3101975" cy="2425700"/>
              </a:xfrm>
              <a:prstGeom prst="roundRect">
                <a:avLst>
                  <a:gd name="adj" fmla="val 6356"/>
                </a:avLst>
              </a:prstGeom>
              <a:solidFill>
                <a:srgbClr val="15A5E5">
                  <a:alpha val="14901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936577" y="3779942"/>
                <a:ext cx="2816320" cy="6142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促进全面健康习惯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046289" y="2955285"/>
                <a:ext cx="596899" cy="599184"/>
              </a:xfrm>
              <a:prstGeom prst="roundRect">
                <a:avLst/>
              </a:prstGeom>
              <a:solidFill>
                <a:srgbClr val="15A5E5">
                  <a:alpha val="100000"/>
                </a:srgbClr>
              </a:solidFill>
              <a:ln w="254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36577" y="4457700"/>
                <a:ext cx="2816322" cy="11353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通过洗手教育，逐步引导幼儿养成饮食卫生、口腔护理等多方面健康习惯，全面提升健康水平。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473601" y="2955285"/>
              <a:ext cx="3101975" cy="2772415"/>
              <a:chOff x="4473601" y="2955285"/>
              <a:chExt cx="3101975" cy="2772415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473601" y="3302000"/>
                <a:ext cx="3101975" cy="2425700"/>
              </a:xfrm>
              <a:prstGeom prst="roundRect">
                <a:avLst>
                  <a:gd name="adj" fmla="val 6356"/>
                </a:avLst>
              </a:prstGeom>
              <a:solidFill>
                <a:srgbClr val="FF8AB4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616428" y="3779942"/>
                <a:ext cx="2816320" cy="6142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社会责任感培养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726140" y="2955285"/>
                <a:ext cx="596899" cy="599184"/>
              </a:xfrm>
              <a:prstGeom prst="roundRect">
                <a:avLst/>
              </a:prstGeom>
              <a:solidFill>
                <a:srgbClr val="FF8AB4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16428" y="4457700"/>
                <a:ext cx="2816322" cy="11353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教育幼儿认识到个人卫生与公共卫生的关系，培养他们在社区中传播健康知识的责任感。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153451" y="2955285"/>
              <a:ext cx="3101975" cy="2772415"/>
              <a:chOff x="8153451" y="2955285"/>
              <a:chExt cx="3101975" cy="2772415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8153451" y="3302000"/>
                <a:ext cx="3101975" cy="2425700"/>
              </a:xfrm>
              <a:prstGeom prst="roundRect">
                <a:avLst>
                  <a:gd name="adj" fmla="val 6356"/>
                </a:avLst>
              </a:prstGeom>
              <a:solidFill>
                <a:srgbClr val="15A5E5">
                  <a:alpha val="14901"/>
                </a:srgbClr>
              </a:solidFill>
              <a:ln w="1905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296278" y="3779942"/>
                <a:ext cx="2816320" cy="61425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加强健康知识普及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5990" y="2955285"/>
                <a:ext cx="596899" cy="599184"/>
              </a:xfrm>
              <a:prstGeom prst="roundRect">
                <a:avLst/>
              </a:prstGeom>
              <a:solidFill>
                <a:srgbClr val="15A5E5">
                  <a:alpha val="100000"/>
                </a:srgbClr>
              </a:solidFill>
              <a:ln w="254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296278" y="4457700"/>
                <a:ext cx="2816322" cy="113538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利用多种渠道和活动，深化幼儿对健康生活方式的理解，使其在日常生活中自觉实践。</a:t>
                </a:r>
                <a:endParaRPr lang="en-US" sz="1100"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未来展望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3931" y="1089026"/>
            <a:ext cx="5112996" cy="213517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ebdbda2-bd44-40f5-84af-cfd45dcfa38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1904</Words>
  <Application>WPS 演示</Application>
  <PresentationFormat>On-screen Show (4:3)</PresentationFormat>
  <Paragraphs>318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HarmonyOS Sans</vt:lpstr>
      <vt:lpstr>微软雅黑</vt:lpstr>
      <vt:lpstr>Noto Sans CJK SC</vt:lpstr>
      <vt:lpstr>Arial</vt:lpstr>
      <vt:lpstr>Calibri</vt:lpstr>
      <vt:lpstr>书宋-简</vt:lpstr>
      <vt:lpstr>微软雅黑</vt:lpstr>
      <vt:lpstr>宋体</vt:lpstr>
      <vt:lpstr>4ebdbda2-bd44-40f5-84af-cfd45dcfa387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沙尘暴-_-||快低头</cp:lastModifiedBy>
  <cp:revision>5</cp:revision>
  <dcterms:created xsi:type="dcterms:W3CDTF">2026-06-02T12:43:47Z</dcterms:created>
  <dcterms:modified xsi:type="dcterms:W3CDTF">2026-06-02T12:43:47Z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6B8C7523E19E21E5A04E196A241BDA9E_43</vt:lpwstr>
  </property>
  <property fmtid="{D5CDD505-2E9C-101B-9397-08002B2CF9AE}" pid="3" name="KSOProductBuildVer">
    <vt:lpwstr>2052-12.9.0.26867</vt:lpwstr>
  </property>
</Properties>
</file>