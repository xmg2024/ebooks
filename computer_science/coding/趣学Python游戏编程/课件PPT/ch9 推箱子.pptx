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3582" r:id="rId4"/>
    <p:sldId id="3583" r:id="rId5"/>
    <p:sldId id="3584" r:id="rId6"/>
    <p:sldId id="3585" r:id="rId7"/>
    <p:sldId id="3586" r:id="rId8"/>
    <p:sldId id="3587" r:id="rId9"/>
    <p:sldId id="3588" r:id="rId10"/>
    <p:sldId id="3589" r:id="rId11"/>
    <p:sldId id="3590" r:id="rId12"/>
    <p:sldId id="3591" r:id="rId13"/>
    <p:sldId id="3592" r:id="rId14"/>
    <p:sldId id="3593" r:id="rId15"/>
    <p:sldId id="3594" r:id="rId16"/>
    <p:sldId id="3595" r:id="rId17"/>
    <p:sldId id="3596" r:id="rId18"/>
    <p:sldId id="3597" r:id="rId19"/>
    <p:sldId id="3598" r:id="rId20"/>
    <p:sldId id="3599" r:id="rId21"/>
    <p:sldId id="3600" r:id="rId22"/>
    <p:sldId id="3601" r:id="rId23"/>
    <p:sldId id="3602" r:id="rId24"/>
    <p:sldId id="3603" r:id="rId25"/>
    <p:sldId id="3604" r:id="rId26"/>
    <p:sldId id="3605" r:id="rId27"/>
    <p:sldId id="3606" r:id="rId28"/>
    <p:sldId id="3577" r:id="rId29"/>
    <p:sldId id="358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75420-F708-49F5-92F8-624229C141A5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64FB-F2DD-4573-A003-A51F1EB4C9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1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3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5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5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7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9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6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5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71" y="390528"/>
            <a:ext cx="520496" cy="274638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71" y="6524628"/>
            <a:ext cx="2909534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2875"/>
            <a:ext cx="10633094" cy="8461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705111" y="6792874"/>
            <a:ext cx="1486889" cy="84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678" y="294777"/>
            <a:ext cx="2595399" cy="4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11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EEB1E-5500-9EE0-4B2B-5962B59C5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推箱子游戏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082F6-BB6D-0F1D-7471-1A20173E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9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F6537-6A07-CFED-561B-2FCC989C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266700" algn="just">
              <a:lnSpc>
                <a:spcPct val="150000"/>
              </a:lnSpc>
            </a:pPr>
            <a:r>
              <a:rPr lang="zh-CN" altLang="zh-CN" sz="4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本章知识点</a:t>
            </a:r>
            <a:endParaRPr lang="zh-CN" altLang="zh-CN" sz="4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A13118-7275-031A-9151-78481A7B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410"/>
            <a:ext cx="10058400" cy="4023360"/>
          </a:xfrm>
        </p:spPr>
        <p:txBody>
          <a:bodyPr>
            <a:normAutofit fontScale="85000" lnSpcReduction="20000"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设置游戏关卡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加载游戏关卡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读取文件信息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切换游戏关卡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重置游戏关卡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程序异常处理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1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创建场景和角色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5991889" cy="402336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sz="2400" b="1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 </a:t>
            </a:r>
            <a:r>
              <a:rPr lang="zh-CN" altLang="zh-CN" sz="24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设置游戏关卡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所谓游戏关卡，就是游戏场景和角色的集合体</a:t>
            </a: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游戏关卡需要需要设置清晰的场景边界</a:t>
            </a: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还要有特定的任务目标，玩家达成目标后可切换到新关卡。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事先设计一幅 “关卡地图”，用数字来标记各角色在关卡中的位置</a:t>
            </a: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代表墙壁， 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代表箱子，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代表玩家，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代表目标点，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代表地板，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-1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表示空白区域。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959B2F-74F6-8331-182B-4007E47CB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250" y="2253625"/>
            <a:ext cx="4257265" cy="353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5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1.2 </a:t>
            </a:r>
            <a:r>
              <a:rPr lang="zh-CN" altLang="en-US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加载游戏关卡</a:t>
            </a:r>
            <a:endParaRPr lang="en-US" altLang="zh-CN" sz="2400" b="1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在程序开头编写如下几行代码：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TILESIZE = 48              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WIDTH = TILESIZE * 6      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 HEIGHT = TILESIZE * 6 </a:t>
            </a:r>
          </a:p>
          <a:p>
            <a:pPr algn="just"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定义四个列表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walls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floors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boxes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targets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，保存场景中的墙壁、地面、箱子及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目标点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walls = []                           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floors= []                       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boxes = []                        </a:t>
            </a:r>
            <a:endParaRPr lang="zh-CN" altLang="zh-CN" kern="100" dirty="0">
              <a:effectLst/>
              <a:latin typeface="+mn-ea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targets = []                      </a:t>
            </a:r>
            <a:endParaRPr lang="zh-CN" altLang="zh-CN" kern="100" dirty="0">
              <a:effectLst/>
              <a:latin typeface="+mn-ea"/>
            </a:endParaRPr>
          </a:p>
          <a:p>
            <a:pPr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281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830150" y="248237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1.2 </a:t>
            </a:r>
            <a:r>
              <a:rPr lang="zh-CN" altLang="en-US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加载游戏关卡</a:t>
            </a:r>
            <a:endParaRPr lang="en-US" altLang="zh-CN" sz="2400" b="1" dirty="0">
              <a:effectLst/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定义一个二维列表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，用来保存关卡地图：</a:t>
            </a: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walls = []             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floors= []         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boxes = []          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targets = []               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map=[ ['-1',	'1',	'1',	'1',	'-1',	'-1'],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['1',	'1',	'4',	'1',	'1',	'1'],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['1',	'4',	'0',	'2',	'0',	'1'],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['1',	'1',	'2',	'0',	'3',	'1'],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['-1',	'1',	'0',	'0',	'1',	'1'],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['-1',	'1',	'1',	'1',	'1',	'-1'] ]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1757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47957" y="138669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initlevel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列表进行读取和解析，代码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参见书上第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176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页。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编写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函数，将场景和角色显示在游戏窗口中：</a:t>
            </a: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draw():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screen.fill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((200, 255, 255))    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floor in floors: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floor.draw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wall in walls: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wall.draw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target in targets: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target.draw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box in boxes: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box.draw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player.draw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75B898-0938-BDFA-1DE0-A933C8C00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682" y="2116027"/>
            <a:ext cx="2873375" cy="313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387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实现角色的交互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现在游戏关卡已经设置好了，接下来要做的便是让关卡场景中的角色能够进行交互，从而让游戏按照规则来运行。我们首先实现玩家角色的移动控制，然后分别对玩家角色及箱子角色实施碰撞检测及处理。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40606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控制玩家角色的移动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定义一个字典类型的变量</a:t>
            </a:r>
            <a:r>
              <a:rPr lang="en-US" altLang="zh-CN" sz="24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dirs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，保存了各个方向对应的坐标改变值：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dirs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{"east":(1, 0), "west":(-1, 0), "north":(0, -1),            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"south":(0, 1)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"none":(0, 0)}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altLang="zh-CN" sz="24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on_key_down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函数编写代码，用来处理键盘的按键事件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代码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参见书上第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177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页。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8446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22825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控制玩家角色的移动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定义一个字典类型的变量</a:t>
            </a:r>
            <a:r>
              <a:rPr lang="en-US" altLang="zh-CN" sz="24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dirs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，保存了各个方向对应的坐标改变值：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dirs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{"east":(1, 0), "west":(-1, 0), "north":(0, -1),            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"south":(0, 1)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"none":(0, 0)}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altLang="zh-CN" sz="24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on_key_down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函数编写代码，用来处理键盘的按键事件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代码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参见书上第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177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页。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3225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6947387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控制玩家角色的移动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移动前先保存当前的</a:t>
            </a: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坐标，如果在移动时碰到了障碍物，</a:t>
            </a:r>
            <a:endParaRPr lang="en-US" altLang="zh-CN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需要退回到前一步的位置。</a:t>
            </a:r>
            <a:endParaRPr lang="en-US" altLang="zh-CN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player_move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函数来移动玩家的位置：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player_move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player.oldx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player.x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player.oldy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player.y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dx,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dirs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player.direction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dx * TILESIZE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 TILESIZE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5431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9505652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处理玩家角色的碰撞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玩家与两个物体发生碰撞，一个是墙壁，另一个是箱子。具体有以下几种情况：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）若玩家移动时碰到了墙壁，则玩家不能继续移动，需要回退到上一步的位置。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）若玩家移动时碰到了箱子，则需进一步对箱子进行判定：若箱子的前方是墙壁或是其它箱子，则玩家不能继续移动，需要回退到上一步的位置；若箱子前方没有障碍物，则玩家和箱子都可以向前移动一格。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）若玩家移动时既没有碰到墙壁也没有碰到箱子，则它可以直接向前移动一格。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1842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89053" y="30822"/>
            <a:ext cx="9505652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编写函数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player_collision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，用来实现玩家的碰撞检测和处理：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player_collision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():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player.collidelist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(walls) != -1: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player.x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player.oldx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player.y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player.oldy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return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index =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player.collidelist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(boxes)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index == -1: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return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box = boxes[index]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box_collision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(box) == True: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player.x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player.oldx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player.y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player.oldy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return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286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sounds.fall.play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7335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426052" y="1191802"/>
            <a:ext cx="795425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2.3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lang="zh-CN" altLang="en-US" sz="2400" b="1" dirty="0">
                <a:ea typeface="宋体" panose="02010600030101010101" pitchFamily="2" charset="-122"/>
                <a:cs typeface="宋体" panose="02010600030101010101" pitchFamily="2" charset="-122"/>
              </a:rPr>
              <a:t>箱子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角色的碰撞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对于箱子来说，它一方面要检测是否与墙壁发生了碰撞，另一方面也要检查是否与其它箱子发生了碰撞。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不论是哪种情况，箱子都不能继续移动，而是要退回到上一步的位置。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可以为</a:t>
            </a:r>
            <a:r>
              <a:rPr lang="en-US" altLang="zh-CN" sz="2400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box_collision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函数编写如下代码：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2542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17824" y="51370"/>
            <a:ext cx="9505652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box_collision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(box):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box.oldx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box.x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box.oldy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box.y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dx,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dy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dirs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player.direction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]   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box.x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dx * TILESIZE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box.y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+=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dy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 TILESIZE          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box.collidelist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(walls) != -1: 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return True 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bx in boxes: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if box == bx: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continue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if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box.colliderect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(bx):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return True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6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check_target</a:t>
            </a: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(box)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304800"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return False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16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1019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17827" y="780836"/>
            <a:ext cx="7954254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2.3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lang="zh-CN" altLang="en-US" sz="2400" b="1" dirty="0">
                <a:ea typeface="宋体" panose="02010600030101010101" pitchFamily="2" charset="-122"/>
                <a:cs typeface="宋体" panose="02010600030101010101" pitchFamily="2" charset="-122"/>
              </a:rPr>
              <a:t>箱子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角色的碰撞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check_target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</a:t>
            </a:r>
            <a:r>
              <a:rPr lang="zh-CN" altLang="en-US" kern="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来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检查箱子是否与目标点发生了碰撞：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check_target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(box):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box.collidelist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(targets) != -1: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box.image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"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pushbox_box_hit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box.placed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True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else: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box.image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"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pushbox_box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box.placed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False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D5628CA-E0FB-B261-19B9-981D2BDAB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238" y="2100691"/>
            <a:ext cx="2895600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2820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添加新的关卡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目前并没有为关卡设定任务目标，因而游戏无法达到完成状态。同时整个游戏只有一个关卡，缺乏足够的变化和挑战。为了增强游戏的可玩性，可以从以上两方面着手改进，一方面为游戏添加新的关卡，从而形成多关卡的游戏；另一方面为关卡设定任务目标，当本关的目标达成后游戏能够自动切换到下一关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28629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92488" y="872664"/>
            <a:ext cx="556037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从文件载入关卡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400" dirty="0">
                <a:ea typeface="宋体" panose="02010600030101010101" pitchFamily="2" charset="-122"/>
              </a:rPr>
              <a:t>为了方便地添加新的关卡，需要将数据和代码进行分离，即将游戏的逻辑代码存放在程序文件中，而将关卡的数据信息单独用另外的文件来保存。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进入游戏项目所在的文件夹，创建一个名字为“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maps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”的子文件夹，并在其中创建各个关卡的数据文件。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38FC4AA-42BD-7DC5-FE2B-224C43427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098" y="1996164"/>
            <a:ext cx="3941384" cy="2865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5066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169198" y="359596"/>
            <a:ext cx="9485103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loadfile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函数，用来读取与处理关卡文件：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loadfile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(file):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mapfile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open(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file,"r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")             # 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打开文件</a:t>
            </a:r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map_array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[]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while True: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line =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mapfile.readline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         # 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读取一行文本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if line == "":                    # 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读取到空行则退出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break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line =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line.replace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("\n","")      # 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去掉换行符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line =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line.replace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(" ","")       # 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去掉空格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map_array.append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line.split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(",")) # 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将文本行转换为字符列表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mapfile.close</a:t>
            </a: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                      # 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关闭文件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sz="18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return </a:t>
            </a:r>
            <a:r>
              <a:rPr lang="en-US" altLang="zh-CN" sz="18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map_array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688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92488" y="872664"/>
            <a:ext cx="580695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3.1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从文件载入关卡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定义一个函数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loadmap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，用来载入游戏关卡：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loadmap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(level):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mapdata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loadfile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("maps/map" + </a:t>
            </a: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str(level) + ".txt")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initlevel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mapdata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为了让游戏自动从第一关开始运行，还需要加入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以下两行代码：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level = 1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loadmap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(level)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EFDDA201-E1D1-1D2E-163D-4C4D00C44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722" y="1920089"/>
            <a:ext cx="3842412" cy="3319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700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92488" y="872664"/>
            <a:ext cx="9546748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切换关卡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需要为游戏设置关卡转换条件，当条件满足时游戏自动切换到下一关。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对于推箱子游戏，关卡目标是所有</a:t>
            </a:r>
            <a:r>
              <a:rPr lang="zh-CN" altLang="en-US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zh-CN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箱子都被放置在目标点上。</a:t>
            </a:r>
            <a:endParaRPr lang="en-US" altLang="zh-CN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定义函数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levelup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，用来判定关卡的任务目标是否达成：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levelup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for box in boxes: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if not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box.placed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return False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return True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0115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97279" y="389778"/>
            <a:ext cx="9546748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切换关卡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定义布尔类型的全局变量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finished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，用来标识关卡目标是否达成，</a:t>
            </a: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同时在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update()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函数中判定过关的条件：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finished = False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update():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global finished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finished 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return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levelup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finished = True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sounds.win.play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clock.schedule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setlevel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5)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0870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436326" y="1006228"/>
            <a:ext cx="9546748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切换关卡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400" dirty="0"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400" dirty="0">
                <a:ea typeface="宋体" panose="02010600030101010101" pitchFamily="2" charset="-122"/>
                <a:cs typeface="宋体" panose="02010600030101010101" pitchFamily="2" charset="-122"/>
              </a:rPr>
              <a:t>u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pdate()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函数中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调用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了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clock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对象的</a:t>
            </a:r>
            <a:r>
              <a:rPr lang="en-US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schedule()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方法来切换关卡</a:t>
            </a:r>
            <a:r>
              <a:rPr lang="zh-CN" altLang="en-US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4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参数</a:t>
            </a:r>
            <a:r>
              <a:rPr lang="en-US" altLang="zh-CN" sz="2400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setlevel</a:t>
            </a:r>
            <a:r>
              <a:rPr lang="zh-CN" altLang="zh-CN" sz="24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是一个新定义的函数，用来执行关卡切换的操作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setlevel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():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global finished, level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finished = False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level += 1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loadmap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(level)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7024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66459" y="513070"/>
            <a:ext cx="5858323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3.2 </a:t>
            </a:r>
            <a:r>
              <a:rPr lang="zh-CN" altLang="zh-CN" sz="2400" b="1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切换关卡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cs typeface="宋体" panose="02010600030101010101" pitchFamily="2" charset="-122"/>
              </a:rPr>
              <a:t>修改</a:t>
            </a:r>
            <a:r>
              <a:rPr lang="en-US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函数，显示关卡的编号及过关文字提示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7180" algn="just">
              <a:lnSpc>
                <a:spcPct val="100000"/>
              </a:lnSpc>
            </a:pP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screen.draw.text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("Level " + str(level), </a:t>
            </a:r>
          </a:p>
          <a:p>
            <a:pPr indent="29718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topleft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=(20, 20),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fontsize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=30, </a:t>
            </a:r>
          </a:p>
          <a:p>
            <a:pPr indent="297180" algn="just">
              <a:lnSpc>
                <a:spcPct val="100000"/>
              </a:lnSpc>
            </a:pPr>
            <a:r>
              <a:rPr lang="en-US" altLang="zh-CN" kern="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olor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="black")   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9845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if finished: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29845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screen.draw.text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("Level Up", </a:t>
            </a:r>
          </a:p>
          <a:p>
            <a:pPr marL="266700" indent="29845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center=(WIDTH // 2, HEIGHT // 2), </a:t>
            </a:r>
          </a:p>
          <a:p>
            <a:pPr marL="266700" indent="29845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fontsize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=80, color="blue")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A92FC67-2E90-BAB4-DA23-79A33BE66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748" y="1104471"/>
            <a:ext cx="4322366" cy="3775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8285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完善游戏功能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目前游戏的基本规则已经实现，而且可以自由的扩展关卡。然而游戏还存在两个小问题有待完善，第一个问题是箱子被推到角落时如何处理。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另一个问题是当所有的关卡都完成后游戏如何结束。下面分别对上述两个问题进行处理</a:t>
            </a:r>
            <a:r>
              <a:rPr lang="zh-CN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2603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436326" y="1006228"/>
            <a:ext cx="971113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4.1 </a:t>
            </a:r>
            <a:r>
              <a:rPr lang="zh-CN" altLang="en-US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重置关卡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当玩家不小心将箱子推到角落或墙边时，为了避免游戏从第一关重新</a:t>
            </a: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开始，可以为游戏加入一个功能，让玩家只需要重玩当前的关卡。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4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on_key_down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函数中加入如下代码：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key ==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keys.R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loadmap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(level)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return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1180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40432" y="430875"/>
            <a:ext cx="9711135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4.2 </a:t>
            </a: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</a:rPr>
              <a:t>判定游戏结束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目前只为游戏设置了三个关卡，而当最后的第三关完成后，程序会提示出现了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en-US" altLang="zh-CN" dirty="0" err="1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FileNotFoundError</a:t>
            </a:r>
            <a:r>
              <a:rPr lang="zh-CN" altLang="zh-CN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”的错误。</a:t>
            </a:r>
            <a:endParaRPr lang="en-US" altLang="zh-CN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将加载关卡的</a:t>
            </a:r>
            <a:r>
              <a:rPr lang="en-US" altLang="zh-CN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loadmap</a:t>
            </a:r>
            <a:r>
              <a:rPr lang="en-US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r>
              <a:rPr lang="zh-CN" altLang="zh-CN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函数进行修改，加入异常处理语句：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def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loadmap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(level):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try: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mapdata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loadfile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("maps/map" + str(level) + ".txt")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except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FileNotFoundError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global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gameover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gameover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True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else: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00000"/>
              </a:lnSpc>
            </a:pP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initlevel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mapdata</a:t>
            </a:r>
            <a:r>
              <a:rPr lang="en-US" altLang="zh-CN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zh-CN" sz="1800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49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240432" y="430875"/>
            <a:ext cx="909537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 4.2 </a:t>
            </a: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</a:rPr>
              <a:t>判定游戏结束</a:t>
            </a:r>
            <a:endParaRPr lang="en-US" altLang="zh-CN" sz="2400" b="1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对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draw()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函数进行修改，添加代码来显示结束时的文字提示：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if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gameover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screen.draw.text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("Game Over",</a:t>
            </a:r>
          </a:p>
          <a:p>
            <a:pPr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center=(WIDTH // 2, HEIGHT // 2),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</a:t>
            </a:r>
            <a:r>
              <a:rPr lang="en-US" altLang="zh-CN" sz="2400" kern="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fontsize</a:t>
            </a:r>
            <a:r>
              <a:rPr lang="en-US" altLang="zh-CN" sz="2400" kern="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=80, color="red")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        return</a:t>
            </a:r>
            <a:endParaRPr lang="zh-CN" altLang="zh-CN" sz="2400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858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32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3200" dirty="0">
                <a:effectLst/>
                <a:ea typeface="仿宋_GB2312"/>
                <a:cs typeface="宋体" panose="02010600030101010101" pitchFamily="2" charset="-122"/>
              </a:rPr>
              <a:t>可以试着再多添加几个关卡，然后让你的朋友玩玩你设计的关卡。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39064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回顾与总结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21502"/>
          </a:xfrm>
        </p:spPr>
        <p:txBody>
          <a:bodyPr>
            <a:normAutofit fontScale="85000" lnSpcReduction="20000"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本章中，我们学习制作了一款推箱子游戏。我们首先为游戏设置了关卡地图，并编写程序将关卡地图中所标识的各个角色加载到游戏场景中。然后我们对键盘事件进行处理，从而实现了玩家角色的移动控制。接着我们着重讨论了如何对玩家角色及箱子进行碰撞检测及处理，从而实现了推箱子游戏的基本规则。接下来我们进一步对游戏实施扩展，添加了多个游戏关卡，并使用文本文件来保存关卡地图的数据。同时我们对程序进行了改进，使之能够自动切换关卡以及载入关卡文件。最后我们对游戏进行了完善，添加了重置关卡的功能，让游戏可以从当前关卡重新开始。此外还对加载关卡文件时的异常情况进行了处理，从而保证游戏可以正常结束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55730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</TotalTime>
  <Words>2399</Words>
  <Application>Microsoft Office PowerPoint</Application>
  <PresentationFormat>宽屏</PresentationFormat>
  <Paragraphs>226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等线</vt:lpstr>
      <vt:lpstr>宋体</vt:lpstr>
      <vt:lpstr>微软雅黑</vt:lpstr>
      <vt:lpstr>Calibri</vt:lpstr>
      <vt:lpstr>Calibri Light</vt:lpstr>
      <vt:lpstr>Times New Roman</vt:lpstr>
      <vt:lpstr>Wingdings</vt:lpstr>
      <vt:lpstr>回顾</vt:lpstr>
      <vt:lpstr>推箱子游戏</vt:lpstr>
      <vt:lpstr>本章知识点</vt:lpstr>
      <vt:lpstr>1.创建场景和角色</vt:lpstr>
      <vt:lpstr>PowerPoint 演示文稿</vt:lpstr>
      <vt:lpstr>PowerPoint 演示文稿</vt:lpstr>
      <vt:lpstr>PowerPoint 演示文稿</vt:lpstr>
      <vt:lpstr>2.实现角色的交互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3.添加新的关卡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4.完善游戏功能</vt:lpstr>
      <vt:lpstr>PowerPoint 演示文稿</vt:lpstr>
      <vt:lpstr>PowerPoint 演示文稿</vt:lpstr>
      <vt:lpstr>PowerPoint 演示文稿</vt:lpstr>
      <vt:lpstr>练习</vt:lpstr>
      <vt:lpstr>回顾与总结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记忆翻牌游戏</dc:title>
  <dc:creator>叶得飞</dc:creator>
  <cp:lastModifiedBy>hawking329@sina.com</cp:lastModifiedBy>
  <cp:revision>97</cp:revision>
  <dcterms:created xsi:type="dcterms:W3CDTF">2022-06-28T01:57:29Z</dcterms:created>
  <dcterms:modified xsi:type="dcterms:W3CDTF">2024-01-08T09:30:47Z</dcterms:modified>
</cp:coreProperties>
</file>